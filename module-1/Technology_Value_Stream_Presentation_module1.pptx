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369341-14A0-4554-9027-3DA7C2A25B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0F6C4882-B771-4A18-84ED-7717776A884F}">
      <dgm:prSet/>
      <dgm:spPr/>
      <dgm:t>
        <a:bodyPr/>
        <a:lstStyle/>
        <a:p>
          <a:pPr>
            <a:defRPr cap="all"/>
          </a:pPr>
          <a:r>
            <a:rPr lang="en-US"/>
            <a:t>Customer Request</a:t>
          </a:r>
        </a:p>
      </dgm:t>
    </dgm:pt>
    <dgm:pt modelId="{25A788AE-D954-4455-B562-35351651047F}" type="parTrans" cxnId="{8FD1324F-4DA5-4E29-8A6E-0D93F0CBF3A3}">
      <dgm:prSet/>
      <dgm:spPr/>
      <dgm:t>
        <a:bodyPr/>
        <a:lstStyle/>
        <a:p>
          <a:endParaRPr lang="en-US"/>
        </a:p>
      </dgm:t>
    </dgm:pt>
    <dgm:pt modelId="{15833FC9-52CB-46A8-89BC-613665C699DE}" type="sibTrans" cxnId="{8FD1324F-4DA5-4E29-8A6E-0D93F0CBF3A3}">
      <dgm:prSet/>
      <dgm:spPr/>
      <dgm:t>
        <a:bodyPr/>
        <a:lstStyle/>
        <a:p>
          <a:endParaRPr lang="en-US"/>
        </a:p>
      </dgm:t>
    </dgm:pt>
    <dgm:pt modelId="{E501483F-9D2D-4EEA-9FA2-D9B951B16ABB}">
      <dgm:prSet/>
      <dgm:spPr/>
      <dgm:t>
        <a:bodyPr/>
        <a:lstStyle/>
        <a:p>
          <a:pPr>
            <a:defRPr cap="all"/>
          </a:pPr>
          <a:r>
            <a:rPr lang="en-US"/>
            <a:t>Planning</a:t>
          </a:r>
        </a:p>
      </dgm:t>
    </dgm:pt>
    <dgm:pt modelId="{BA1CF914-B4F3-445C-871D-207E1DF50982}" type="parTrans" cxnId="{74D4EA9B-5807-487F-AF82-8D06C0022CEF}">
      <dgm:prSet/>
      <dgm:spPr/>
      <dgm:t>
        <a:bodyPr/>
        <a:lstStyle/>
        <a:p>
          <a:endParaRPr lang="en-US"/>
        </a:p>
      </dgm:t>
    </dgm:pt>
    <dgm:pt modelId="{CDB0A7D3-5D9B-41DC-A5B0-13AB5565EEA3}" type="sibTrans" cxnId="{74D4EA9B-5807-487F-AF82-8D06C0022CEF}">
      <dgm:prSet/>
      <dgm:spPr/>
      <dgm:t>
        <a:bodyPr/>
        <a:lstStyle/>
        <a:p>
          <a:endParaRPr lang="en-US"/>
        </a:p>
      </dgm:t>
    </dgm:pt>
    <dgm:pt modelId="{F116D0C4-E596-46B7-B00B-BCF9534A98A5}">
      <dgm:prSet/>
      <dgm:spPr/>
      <dgm:t>
        <a:bodyPr/>
        <a:lstStyle/>
        <a:p>
          <a:pPr>
            <a:defRPr cap="all"/>
          </a:pPr>
          <a:r>
            <a:rPr lang="en-US"/>
            <a:t>Development</a:t>
          </a:r>
        </a:p>
      </dgm:t>
    </dgm:pt>
    <dgm:pt modelId="{52321A20-02B2-42D0-A0CF-DD23C2B76238}" type="parTrans" cxnId="{67F0104A-A6D3-45C3-8EC4-3E4EEB3D91FB}">
      <dgm:prSet/>
      <dgm:spPr/>
      <dgm:t>
        <a:bodyPr/>
        <a:lstStyle/>
        <a:p>
          <a:endParaRPr lang="en-US"/>
        </a:p>
      </dgm:t>
    </dgm:pt>
    <dgm:pt modelId="{B20D7F33-5610-41FF-9DD3-273BCB3344DD}" type="sibTrans" cxnId="{67F0104A-A6D3-45C3-8EC4-3E4EEB3D91FB}">
      <dgm:prSet/>
      <dgm:spPr/>
      <dgm:t>
        <a:bodyPr/>
        <a:lstStyle/>
        <a:p>
          <a:endParaRPr lang="en-US"/>
        </a:p>
      </dgm:t>
    </dgm:pt>
    <dgm:pt modelId="{BD581E56-9D97-4F86-9CB9-EC360EA6C5EB}">
      <dgm:prSet/>
      <dgm:spPr/>
      <dgm:t>
        <a:bodyPr/>
        <a:lstStyle/>
        <a:p>
          <a:pPr>
            <a:defRPr cap="all"/>
          </a:pPr>
          <a:r>
            <a:rPr lang="en-US"/>
            <a:t>Testing</a:t>
          </a:r>
        </a:p>
      </dgm:t>
    </dgm:pt>
    <dgm:pt modelId="{1BB85DC4-361F-4BEF-961D-7B87DE3CD926}" type="parTrans" cxnId="{2FA56373-B245-4838-B84F-71B9F40E9562}">
      <dgm:prSet/>
      <dgm:spPr/>
      <dgm:t>
        <a:bodyPr/>
        <a:lstStyle/>
        <a:p>
          <a:endParaRPr lang="en-US"/>
        </a:p>
      </dgm:t>
    </dgm:pt>
    <dgm:pt modelId="{6DB6E78A-3CE1-4B58-A33F-18880E0D6847}" type="sibTrans" cxnId="{2FA56373-B245-4838-B84F-71B9F40E9562}">
      <dgm:prSet/>
      <dgm:spPr/>
      <dgm:t>
        <a:bodyPr/>
        <a:lstStyle/>
        <a:p>
          <a:endParaRPr lang="en-US"/>
        </a:p>
      </dgm:t>
    </dgm:pt>
    <dgm:pt modelId="{958D4FA4-D8AD-4911-BBCB-53E7BA891A2E}">
      <dgm:prSet/>
      <dgm:spPr/>
      <dgm:t>
        <a:bodyPr/>
        <a:lstStyle/>
        <a:p>
          <a:pPr>
            <a:defRPr cap="all"/>
          </a:pPr>
          <a:r>
            <a:rPr lang="en-US"/>
            <a:t>Approval</a:t>
          </a:r>
        </a:p>
      </dgm:t>
    </dgm:pt>
    <dgm:pt modelId="{F0DB4239-105B-4167-A9C9-C8D2B1BD6F8B}" type="parTrans" cxnId="{E135C5AB-E6C1-4C4D-A83A-74A490DCED7D}">
      <dgm:prSet/>
      <dgm:spPr/>
      <dgm:t>
        <a:bodyPr/>
        <a:lstStyle/>
        <a:p>
          <a:endParaRPr lang="en-US"/>
        </a:p>
      </dgm:t>
    </dgm:pt>
    <dgm:pt modelId="{833DD8DB-A0FA-4A71-988F-F46818584327}" type="sibTrans" cxnId="{E135C5AB-E6C1-4C4D-A83A-74A490DCED7D}">
      <dgm:prSet/>
      <dgm:spPr/>
      <dgm:t>
        <a:bodyPr/>
        <a:lstStyle/>
        <a:p>
          <a:endParaRPr lang="en-US"/>
        </a:p>
      </dgm:t>
    </dgm:pt>
    <dgm:pt modelId="{B58BF3EE-F15D-48A8-B0E9-02D5603BAED4}">
      <dgm:prSet/>
      <dgm:spPr/>
      <dgm:t>
        <a:bodyPr/>
        <a:lstStyle/>
        <a:p>
          <a:pPr>
            <a:defRPr cap="all"/>
          </a:pPr>
          <a:r>
            <a:rPr lang="en-US"/>
            <a:t>Deployment</a:t>
          </a:r>
        </a:p>
      </dgm:t>
    </dgm:pt>
    <dgm:pt modelId="{8449137D-131A-4D24-B7FD-EFFDFD78FD02}" type="parTrans" cxnId="{2C91FD9E-36D1-4A5D-AD8B-42740A23ED5B}">
      <dgm:prSet/>
      <dgm:spPr/>
      <dgm:t>
        <a:bodyPr/>
        <a:lstStyle/>
        <a:p>
          <a:endParaRPr lang="en-US"/>
        </a:p>
      </dgm:t>
    </dgm:pt>
    <dgm:pt modelId="{8D2A6491-51B3-482E-B72D-C28A95C8E176}" type="sibTrans" cxnId="{2C91FD9E-36D1-4A5D-AD8B-42740A23ED5B}">
      <dgm:prSet/>
      <dgm:spPr/>
      <dgm:t>
        <a:bodyPr/>
        <a:lstStyle/>
        <a:p>
          <a:endParaRPr lang="en-US"/>
        </a:p>
      </dgm:t>
    </dgm:pt>
    <dgm:pt modelId="{8F04409D-3BE9-422C-A026-4CA0FC8BF1F3}">
      <dgm:prSet/>
      <dgm:spPr/>
      <dgm:t>
        <a:bodyPr/>
        <a:lstStyle/>
        <a:p>
          <a:pPr>
            <a:defRPr cap="all"/>
          </a:pPr>
          <a:r>
            <a:rPr lang="en-US"/>
            <a:t>Customer Value</a:t>
          </a:r>
        </a:p>
      </dgm:t>
    </dgm:pt>
    <dgm:pt modelId="{ECC02809-8472-48D4-BE41-3CB334C20105}" type="parTrans" cxnId="{C99E3F60-57C6-4E88-A406-B52807634EAD}">
      <dgm:prSet/>
      <dgm:spPr/>
      <dgm:t>
        <a:bodyPr/>
        <a:lstStyle/>
        <a:p>
          <a:endParaRPr lang="en-US"/>
        </a:p>
      </dgm:t>
    </dgm:pt>
    <dgm:pt modelId="{DC33E4E2-35A7-43EB-AA20-0B2EF3BBA373}" type="sibTrans" cxnId="{C99E3F60-57C6-4E88-A406-B52807634EAD}">
      <dgm:prSet/>
      <dgm:spPr/>
      <dgm:t>
        <a:bodyPr/>
        <a:lstStyle/>
        <a:p>
          <a:endParaRPr lang="en-US"/>
        </a:p>
      </dgm:t>
    </dgm:pt>
    <dgm:pt modelId="{081EA470-8049-4926-A907-DF34BA39FED2}" type="pres">
      <dgm:prSet presAssocID="{D0369341-14A0-4554-9027-3DA7C2A25B10}" presName="root" presStyleCnt="0">
        <dgm:presLayoutVars>
          <dgm:dir/>
          <dgm:resizeHandles val="exact"/>
        </dgm:presLayoutVars>
      </dgm:prSet>
      <dgm:spPr/>
    </dgm:pt>
    <dgm:pt modelId="{19189A9B-FEA5-46CA-91DB-69B6540AEF87}" type="pres">
      <dgm:prSet presAssocID="{0F6C4882-B771-4A18-84ED-7717776A884F}" presName="compNode" presStyleCnt="0"/>
      <dgm:spPr/>
    </dgm:pt>
    <dgm:pt modelId="{764A390F-DCB9-4107-A22C-932C86215547}" type="pres">
      <dgm:prSet presAssocID="{0F6C4882-B771-4A18-84ED-7717776A884F}" presName="iconBgRect" presStyleLbl="bgShp" presStyleIdx="0" presStyleCnt="7"/>
      <dgm:spPr/>
    </dgm:pt>
    <dgm:pt modelId="{6A993E60-1F65-494F-A00D-69CF659A9CB4}" type="pres">
      <dgm:prSet presAssocID="{0F6C4882-B771-4A18-84ED-7717776A884F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C485C62-BCB2-47C3-B74A-9630A6B1028A}" type="pres">
      <dgm:prSet presAssocID="{0F6C4882-B771-4A18-84ED-7717776A884F}" presName="spaceRect" presStyleCnt="0"/>
      <dgm:spPr/>
    </dgm:pt>
    <dgm:pt modelId="{AF438A28-9F51-44A5-A760-A087049BF769}" type="pres">
      <dgm:prSet presAssocID="{0F6C4882-B771-4A18-84ED-7717776A884F}" presName="textRect" presStyleLbl="revTx" presStyleIdx="0" presStyleCnt="7">
        <dgm:presLayoutVars>
          <dgm:chMax val="1"/>
          <dgm:chPref val="1"/>
        </dgm:presLayoutVars>
      </dgm:prSet>
      <dgm:spPr/>
    </dgm:pt>
    <dgm:pt modelId="{309A8F8C-62D0-4764-8C76-A75928CCB62A}" type="pres">
      <dgm:prSet presAssocID="{15833FC9-52CB-46A8-89BC-613665C699DE}" presName="sibTrans" presStyleCnt="0"/>
      <dgm:spPr/>
    </dgm:pt>
    <dgm:pt modelId="{A721C427-DF75-480D-9DAC-EF57E0212EEE}" type="pres">
      <dgm:prSet presAssocID="{E501483F-9D2D-4EEA-9FA2-D9B951B16ABB}" presName="compNode" presStyleCnt="0"/>
      <dgm:spPr/>
    </dgm:pt>
    <dgm:pt modelId="{5F095D47-0B6C-4FCD-91AE-DEDCE8241A3D}" type="pres">
      <dgm:prSet presAssocID="{E501483F-9D2D-4EEA-9FA2-D9B951B16ABB}" presName="iconBgRect" presStyleLbl="bgShp" presStyleIdx="1" presStyleCnt="7"/>
      <dgm:spPr/>
    </dgm:pt>
    <dgm:pt modelId="{36CAEF0F-1A3C-4E4C-B759-C109CDDEDCE4}" type="pres">
      <dgm:prSet presAssocID="{E501483F-9D2D-4EEA-9FA2-D9B951B16AB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04683BD-7ABE-49DC-B77D-6B4C9E72BF1A}" type="pres">
      <dgm:prSet presAssocID="{E501483F-9D2D-4EEA-9FA2-D9B951B16ABB}" presName="spaceRect" presStyleCnt="0"/>
      <dgm:spPr/>
    </dgm:pt>
    <dgm:pt modelId="{49CEAE47-27AB-48DD-A4B2-E2CC85323D5C}" type="pres">
      <dgm:prSet presAssocID="{E501483F-9D2D-4EEA-9FA2-D9B951B16ABB}" presName="textRect" presStyleLbl="revTx" presStyleIdx="1" presStyleCnt="7">
        <dgm:presLayoutVars>
          <dgm:chMax val="1"/>
          <dgm:chPref val="1"/>
        </dgm:presLayoutVars>
      </dgm:prSet>
      <dgm:spPr/>
    </dgm:pt>
    <dgm:pt modelId="{BE702205-F55B-4F39-8A83-4E5A00D193BE}" type="pres">
      <dgm:prSet presAssocID="{CDB0A7D3-5D9B-41DC-A5B0-13AB5565EEA3}" presName="sibTrans" presStyleCnt="0"/>
      <dgm:spPr/>
    </dgm:pt>
    <dgm:pt modelId="{D4D299D5-E435-4884-A22E-25653A4D4C13}" type="pres">
      <dgm:prSet presAssocID="{F116D0C4-E596-46B7-B00B-BCF9534A98A5}" presName="compNode" presStyleCnt="0"/>
      <dgm:spPr/>
    </dgm:pt>
    <dgm:pt modelId="{797B1F4D-0691-42FB-8988-5888D92A0DEC}" type="pres">
      <dgm:prSet presAssocID="{F116D0C4-E596-46B7-B00B-BCF9534A98A5}" presName="iconBgRect" presStyleLbl="bgShp" presStyleIdx="2" presStyleCnt="7"/>
      <dgm:spPr/>
    </dgm:pt>
    <dgm:pt modelId="{9A2F1149-0412-4CD8-8727-836DD8387B74}" type="pres">
      <dgm:prSet presAssocID="{F116D0C4-E596-46B7-B00B-BCF9534A98A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8694CB79-0014-4C11-BFB0-F31F437CDE88}" type="pres">
      <dgm:prSet presAssocID="{F116D0C4-E596-46B7-B00B-BCF9534A98A5}" presName="spaceRect" presStyleCnt="0"/>
      <dgm:spPr/>
    </dgm:pt>
    <dgm:pt modelId="{9721E605-8BB0-4E30-9351-D40B6DF176A4}" type="pres">
      <dgm:prSet presAssocID="{F116D0C4-E596-46B7-B00B-BCF9534A98A5}" presName="textRect" presStyleLbl="revTx" presStyleIdx="2" presStyleCnt="7">
        <dgm:presLayoutVars>
          <dgm:chMax val="1"/>
          <dgm:chPref val="1"/>
        </dgm:presLayoutVars>
      </dgm:prSet>
      <dgm:spPr/>
    </dgm:pt>
    <dgm:pt modelId="{2D7996E5-E58E-4144-A99F-9499BC182979}" type="pres">
      <dgm:prSet presAssocID="{B20D7F33-5610-41FF-9DD3-273BCB3344DD}" presName="sibTrans" presStyleCnt="0"/>
      <dgm:spPr/>
    </dgm:pt>
    <dgm:pt modelId="{51E94C43-2A33-4E76-833C-54E3DE0C07FF}" type="pres">
      <dgm:prSet presAssocID="{BD581E56-9D97-4F86-9CB9-EC360EA6C5EB}" presName="compNode" presStyleCnt="0"/>
      <dgm:spPr/>
    </dgm:pt>
    <dgm:pt modelId="{3B002A4D-5C9A-46C7-9114-0312FBDB4772}" type="pres">
      <dgm:prSet presAssocID="{BD581E56-9D97-4F86-9CB9-EC360EA6C5EB}" presName="iconBgRect" presStyleLbl="bgShp" presStyleIdx="3" presStyleCnt="7"/>
      <dgm:spPr/>
    </dgm:pt>
    <dgm:pt modelId="{B2B95695-5D12-4E6B-95D9-B34B9EB18F1E}" type="pres">
      <dgm:prSet presAssocID="{BD581E56-9D97-4F86-9CB9-EC360EA6C5E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79830DE-4D2E-4D2E-8E4C-680EC065F5E2}" type="pres">
      <dgm:prSet presAssocID="{BD581E56-9D97-4F86-9CB9-EC360EA6C5EB}" presName="spaceRect" presStyleCnt="0"/>
      <dgm:spPr/>
    </dgm:pt>
    <dgm:pt modelId="{2CA60FC6-C24B-4E32-B7C0-6C232378B5C7}" type="pres">
      <dgm:prSet presAssocID="{BD581E56-9D97-4F86-9CB9-EC360EA6C5EB}" presName="textRect" presStyleLbl="revTx" presStyleIdx="3" presStyleCnt="7">
        <dgm:presLayoutVars>
          <dgm:chMax val="1"/>
          <dgm:chPref val="1"/>
        </dgm:presLayoutVars>
      </dgm:prSet>
      <dgm:spPr/>
    </dgm:pt>
    <dgm:pt modelId="{DE420A37-BAB9-479B-9C7B-9114756357A5}" type="pres">
      <dgm:prSet presAssocID="{6DB6E78A-3CE1-4B58-A33F-18880E0D6847}" presName="sibTrans" presStyleCnt="0"/>
      <dgm:spPr/>
    </dgm:pt>
    <dgm:pt modelId="{B6BE18E4-F1B6-441C-934F-DC639EF4CB55}" type="pres">
      <dgm:prSet presAssocID="{958D4FA4-D8AD-4911-BBCB-53E7BA891A2E}" presName="compNode" presStyleCnt="0"/>
      <dgm:spPr/>
    </dgm:pt>
    <dgm:pt modelId="{4D281674-FA2B-4BA6-AC72-21EAAF3B27AF}" type="pres">
      <dgm:prSet presAssocID="{958D4FA4-D8AD-4911-BBCB-53E7BA891A2E}" presName="iconBgRect" presStyleLbl="bgShp" presStyleIdx="4" presStyleCnt="7"/>
      <dgm:spPr/>
    </dgm:pt>
    <dgm:pt modelId="{A3EC0C2B-8549-4E8E-8613-501C053D9B61}" type="pres">
      <dgm:prSet presAssocID="{958D4FA4-D8AD-4911-BBCB-53E7BA891A2E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ing Hands"/>
        </a:ext>
      </dgm:extLst>
    </dgm:pt>
    <dgm:pt modelId="{DADF6AF9-0468-45ED-B5E6-AC2BFD45D799}" type="pres">
      <dgm:prSet presAssocID="{958D4FA4-D8AD-4911-BBCB-53E7BA891A2E}" presName="spaceRect" presStyleCnt="0"/>
      <dgm:spPr/>
    </dgm:pt>
    <dgm:pt modelId="{09B61033-BAF4-4FD5-8B58-6A2FE987C8B7}" type="pres">
      <dgm:prSet presAssocID="{958D4FA4-D8AD-4911-BBCB-53E7BA891A2E}" presName="textRect" presStyleLbl="revTx" presStyleIdx="4" presStyleCnt="7">
        <dgm:presLayoutVars>
          <dgm:chMax val="1"/>
          <dgm:chPref val="1"/>
        </dgm:presLayoutVars>
      </dgm:prSet>
      <dgm:spPr/>
    </dgm:pt>
    <dgm:pt modelId="{4C25A843-8105-4A1B-AB6D-07EDD803F851}" type="pres">
      <dgm:prSet presAssocID="{833DD8DB-A0FA-4A71-988F-F46818584327}" presName="sibTrans" presStyleCnt="0"/>
      <dgm:spPr/>
    </dgm:pt>
    <dgm:pt modelId="{F1B7481A-2539-41F2-9911-FA3BB1CE2768}" type="pres">
      <dgm:prSet presAssocID="{B58BF3EE-F15D-48A8-B0E9-02D5603BAED4}" presName="compNode" presStyleCnt="0"/>
      <dgm:spPr/>
    </dgm:pt>
    <dgm:pt modelId="{54058331-E45B-4CD6-B362-BEFD439A640D}" type="pres">
      <dgm:prSet presAssocID="{B58BF3EE-F15D-48A8-B0E9-02D5603BAED4}" presName="iconBgRect" presStyleLbl="bgShp" presStyleIdx="5" presStyleCnt="7"/>
      <dgm:spPr/>
    </dgm:pt>
    <dgm:pt modelId="{5841586F-E05D-4D76-A51B-C88913459F3B}" type="pres">
      <dgm:prSet presAssocID="{B58BF3EE-F15D-48A8-B0E9-02D5603BAED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2C5378C-1072-4763-99DF-E24039E98D46}" type="pres">
      <dgm:prSet presAssocID="{B58BF3EE-F15D-48A8-B0E9-02D5603BAED4}" presName="spaceRect" presStyleCnt="0"/>
      <dgm:spPr/>
    </dgm:pt>
    <dgm:pt modelId="{F8B6D474-1C37-404D-A469-9E8942A4D77D}" type="pres">
      <dgm:prSet presAssocID="{B58BF3EE-F15D-48A8-B0E9-02D5603BAED4}" presName="textRect" presStyleLbl="revTx" presStyleIdx="5" presStyleCnt="7">
        <dgm:presLayoutVars>
          <dgm:chMax val="1"/>
          <dgm:chPref val="1"/>
        </dgm:presLayoutVars>
      </dgm:prSet>
      <dgm:spPr/>
    </dgm:pt>
    <dgm:pt modelId="{6B2463D3-6761-4B60-9595-CFDB9F949577}" type="pres">
      <dgm:prSet presAssocID="{8D2A6491-51B3-482E-B72D-C28A95C8E176}" presName="sibTrans" presStyleCnt="0"/>
      <dgm:spPr/>
    </dgm:pt>
    <dgm:pt modelId="{5E43E9B1-8F09-4412-A1E6-C6CC0B39F9BA}" type="pres">
      <dgm:prSet presAssocID="{8F04409D-3BE9-422C-A026-4CA0FC8BF1F3}" presName="compNode" presStyleCnt="0"/>
      <dgm:spPr/>
    </dgm:pt>
    <dgm:pt modelId="{0925E96C-F3CC-46E6-BFB7-5573127524CD}" type="pres">
      <dgm:prSet presAssocID="{8F04409D-3BE9-422C-A026-4CA0FC8BF1F3}" presName="iconBgRect" presStyleLbl="bgShp" presStyleIdx="6" presStyleCnt="7"/>
      <dgm:spPr/>
    </dgm:pt>
    <dgm:pt modelId="{A0DE5D21-1150-42F1-9D9B-E1AE0A5C947C}" type="pres">
      <dgm:prSet presAssocID="{8F04409D-3BE9-422C-A026-4CA0FC8BF1F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A328A75-B779-466B-8F50-0F33A89A28D8}" type="pres">
      <dgm:prSet presAssocID="{8F04409D-3BE9-422C-A026-4CA0FC8BF1F3}" presName="spaceRect" presStyleCnt="0"/>
      <dgm:spPr/>
    </dgm:pt>
    <dgm:pt modelId="{79DA6CE2-FD74-4924-B515-D31D04ADFE1C}" type="pres">
      <dgm:prSet presAssocID="{8F04409D-3BE9-422C-A026-4CA0FC8BF1F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2BBC7833-3848-4903-93CA-FA69784BE273}" type="presOf" srcId="{D0369341-14A0-4554-9027-3DA7C2A25B10}" destId="{081EA470-8049-4926-A907-DF34BA39FED2}" srcOrd="0" destOrd="0" presId="urn:microsoft.com/office/officeart/2018/5/layout/IconCircleLabelList"/>
    <dgm:cxn modelId="{F262D23F-21E4-4359-8AD6-E54BD64C479B}" type="presOf" srcId="{958D4FA4-D8AD-4911-BBCB-53E7BA891A2E}" destId="{09B61033-BAF4-4FD5-8B58-6A2FE987C8B7}" srcOrd="0" destOrd="0" presId="urn:microsoft.com/office/officeart/2018/5/layout/IconCircleLabelList"/>
    <dgm:cxn modelId="{C99E3F60-57C6-4E88-A406-B52807634EAD}" srcId="{D0369341-14A0-4554-9027-3DA7C2A25B10}" destId="{8F04409D-3BE9-422C-A026-4CA0FC8BF1F3}" srcOrd="6" destOrd="0" parTransId="{ECC02809-8472-48D4-BE41-3CB334C20105}" sibTransId="{DC33E4E2-35A7-43EB-AA20-0B2EF3BBA373}"/>
    <dgm:cxn modelId="{395C1D61-C7AE-40CB-AB63-7BE406822486}" type="presOf" srcId="{BD581E56-9D97-4F86-9CB9-EC360EA6C5EB}" destId="{2CA60FC6-C24B-4E32-B7C0-6C232378B5C7}" srcOrd="0" destOrd="0" presId="urn:microsoft.com/office/officeart/2018/5/layout/IconCircleLabelList"/>
    <dgm:cxn modelId="{24CC6443-E155-4573-ACB9-4FFB48EB970A}" type="presOf" srcId="{F116D0C4-E596-46B7-B00B-BCF9534A98A5}" destId="{9721E605-8BB0-4E30-9351-D40B6DF176A4}" srcOrd="0" destOrd="0" presId="urn:microsoft.com/office/officeart/2018/5/layout/IconCircleLabelList"/>
    <dgm:cxn modelId="{67F0104A-A6D3-45C3-8EC4-3E4EEB3D91FB}" srcId="{D0369341-14A0-4554-9027-3DA7C2A25B10}" destId="{F116D0C4-E596-46B7-B00B-BCF9534A98A5}" srcOrd="2" destOrd="0" parTransId="{52321A20-02B2-42D0-A0CF-DD23C2B76238}" sibTransId="{B20D7F33-5610-41FF-9DD3-273BCB3344DD}"/>
    <dgm:cxn modelId="{8FD1324F-4DA5-4E29-8A6E-0D93F0CBF3A3}" srcId="{D0369341-14A0-4554-9027-3DA7C2A25B10}" destId="{0F6C4882-B771-4A18-84ED-7717776A884F}" srcOrd="0" destOrd="0" parTransId="{25A788AE-D954-4455-B562-35351651047F}" sibTransId="{15833FC9-52CB-46A8-89BC-613665C699DE}"/>
    <dgm:cxn modelId="{2FA56373-B245-4838-B84F-71B9F40E9562}" srcId="{D0369341-14A0-4554-9027-3DA7C2A25B10}" destId="{BD581E56-9D97-4F86-9CB9-EC360EA6C5EB}" srcOrd="3" destOrd="0" parTransId="{1BB85DC4-361F-4BEF-961D-7B87DE3CD926}" sibTransId="{6DB6E78A-3CE1-4B58-A33F-18880E0D6847}"/>
    <dgm:cxn modelId="{74D4EA9B-5807-487F-AF82-8D06C0022CEF}" srcId="{D0369341-14A0-4554-9027-3DA7C2A25B10}" destId="{E501483F-9D2D-4EEA-9FA2-D9B951B16ABB}" srcOrd="1" destOrd="0" parTransId="{BA1CF914-B4F3-445C-871D-207E1DF50982}" sibTransId="{CDB0A7D3-5D9B-41DC-A5B0-13AB5565EEA3}"/>
    <dgm:cxn modelId="{6061FD9D-B219-479C-BEA6-B61A8BA0DAE3}" type="presOf" srcId="{E501483F-9D2D-4EEA-9FA2-D9B951B16ABB}" destId="{49CEAE47-27AB-48DD-A4B2-E2CC85323D5C}" srcOrd="0" destOrd="0" presId="urn:microsoft.com/office/officeart/2018/5/layout/IconCircleLabelList"/>
    <dgm:cxn modelId="{2C91FD9E-36D1-4A5D-AD8B-42740A23ED5B}" srcId="{D0369341-14A0-4554-9027-3DA7C2A25B10}" destId="{B58BF3EE-F15D-48A8-B0E9-02D5603BAED4}" srcOrd="5" destOrd="0" parTransId="{8449137D-131A-4D24-B7FD-EFFDFD78FD02}" sibTransId="{8D2A6491-51B3-482E-B72D-C28A95C8E176}"/>
    <dgm:cxn modelId="{E135C5AB-E6C1-4C4D-A83A-74A490DCED7D}" srcId="{D0369341-14A0-4554-9027-3DA7C2A25B10}" destId="{958D4FA4-D8AD-4911-BBCB-53E7BA891A2E}" srcOrd="4" destOrd="0" parTransId="{F0DB4239-105B-4167-A9C9-C8D2B1BD6F8B}" sibTransId="{833DD8DB-A0FA-4A71-988F-F46818584327}"/>
    <dgm:cxn modelId="{8BC0E5D3-203F-4E62-85DD-A7A89FDE0403}" type="presOf" srcId="{8F04409D-3BE9-422C-A026-4CA0FC8BF1F3}" destId="{79DA6CE2-FD74-4924-B515-D31D04ADFE1C}" srcOrd="0" destOrd="0" presId="urn:microsoft.com/office/officeart/2018/5/layout/IconCircleLabelList"/>
    <dgm:cxn modelId="{477401DD-EF8B-4FA4-B7F2-2CE5D213E42D}" type="presOf" srcId="{0F6C4882-B771-4A18-84ED-7717776A884F}" destId="{AF438A28-9F51-44A5-A760-A087049BF769}" srcOrd="0" destOrd="0" presId="urn:microsoft.com/office/officeart/2018/5/layout/IconCircleLabelList"/>
    <dgm:cxn modelId="{5C2E24EF-EEF2-4AB5-8BE2-4767E6D0D0E5}" type="presOf" srcId="{B58BF3EE-F15D-48A8-B0E9-02D5603BAED4}" destId="{F8B6D474-1C37-404D-A469-9E8942A4D77D}" srcOrd="0" destOrd="0" presId="urn:microsoft.com/office/officeart/2018/5/layout/IconCircleLabelList"/>
    <dgm:cxn modelId="{161108B7-8EA5-4D8E-94FF-6DADE119D316}" type="presParOf" srcId="{081EA470-8049-4926-A907-DF34BA39FED2}" destId="{19189A9B-FEA5-46CA-91DB-69B6540AEF87}" srcOrd="0" destOrd="0" presId="urn:microsoft.com/office/officeart/2018/5/layout/IconCircleLabelList"/>
    <dgm:cxn modelId="{BB8248EE-A801-4B2A-9C3F-EC2B75824BAC}" type="presParOf" srcId="{19189A9B-FEA5-46CA-91DB-69B6540AEF87}" destId="{764A390F-DCB9-4107-A22C-932C86215547}" srcOrd="0" destOrd="0" presId="urn:microsoft.com/office/officeart/2018/5/layout/IconCircleLabelList"/>
    <dgm:cxn modelId="{6B540853-9239-43CD-952E-1FA5A56E12AA}" type="presParOf" srcId="{19189A9B-FEA5-46CA-91DB-69B6540AEF87}" destId="{6A993E60-1F65-494F-A00D-69CF659A9CB4}" srcOrd="1" destOrd="0" presId="urn:microsoft.com/office/officeart/2018/5/layout/IconCircleLabelList"/>
    <dgm:cxn modelId="{FBD88E78-1D4C-4E62-A1B4-E654CB580626}" type="presParOf" srcId="{19189A9B-FEA5-46CA-91DB-69B6540AEF87}" destId="{DC485C62-BCB2-47C3-B74A-9630A6B1028A}" srcOrd="2" destOrd="0" presId="urn:microsoft.com/office/officeart/2018/5/layout/IconCircleLabelList"/>
    <dgm:cxn modelId="{99FA287E-BB72-472B-89EA-5AEEF74EBF8E}" type="presParOf" srcId="{19189A9B-FEA5-46CA-91DB-69B6540AEF87}" destId="{AF438A28-9F51-44A5-A760-A087049BF769}" srcOrd="3" destOrd="0" presId="urn:microsoft.com/office/officeart/2018/5/layout/IconCircleLabelList"/>
    <dgm:cxn modelId="{99E95E23-8290-4FA2-AE17-C9529DD448DE}" type="presParOf" srcId="{081EA470-8049-4926-A907-DF34BA39FED2}" destId="{309A8F8C-62D0-4764-8C76-A75928CCB62A}" srcOrd="1" destOrd="0" presId="urn:microsoft.com/office/officeart/2018/5/layout/IconCircleLabelList"/>
    <dgm:cxn modelId="{C9C32963-D9ED-41EF-B640-79F1E6F20C4C}" type="presParOf" srcId="{081EA470-8049-4926-A907-DF34BA39FED2}" destId="{A721C427-DF75-480D-9DAC-EF57E0212EEE}" srcOrd="2" destOrd="0" presId="urn:microsoft.com/office/officeart/2018/5/layout/IconCircleLabelList"/>
    <dgm:cxn modelId="{0EF95314-4868-4B1C-A275-E3771A389EE4}" type="presParOf" srcId="{A721C427-DF75-480D-9DAC-EF57E0212EEE}" destId="{5F095D47-0B6C-4FCD-91AE-DEDCE8241A3D}" srcOrd="0" destOrd="0" presId="urn:microsoft.com/office/officeart/2018/5/layout/IconCircleLabelList"/>
    <dgm:cxn modelId="{8C0B1044-5EEB-4CBF-A16B-451665FF80DA}" type="presParOf" srcId="{A721C427-DF75-480D-9DAC-EF57E0212EEE}" destId="{36CAEF0F-1A3C-4E4C-B759-C109CDDEDCE4}" srcOrd="1" destOrd="0" presId="urn:microsoft.com/office/officeart/2018/5/layout/IconCircleLabelList"/>
    <dgm:cxn modelId="{321D22ED-F549-4745-B634-001410CC1842}" type="presParOf" srcId="{A721C427-DF75-480D-9DAC-EF57E0212EEE}" destId="{F04683BD-7ABE-49DC-B77D-6B4C9E72BF1A}" srcOrd="2" destOrd="0" presId="urn:microsoft.com/office/officeart/2018/5/layout/IconCircleLabelList"/>
    <dgm:cxn modelId="{E87AA778-3C00-415E-9ABA-790039A41A2F}" type="presParOf" srcId="{A721C427-DF75-480D-9DAC-EF57E0212EEE}" destId="{49CEAE47-27AB-48DD-A4B2-E2CC85323D5C}" srcOrd="3" destOrd="0" presId="urn:microsoft.com/office/officeart/2018/5/layout/IconCircleLabelList"/>
    <dgm:cxn modelId="{E0EADF20-D6BC-4AD5-A674-4563E1B23028}" type="presParOf" srcId="{081EA470-8049-4926-A907-DF34BA39FED2}" destId="{BE702205-F55B-4F39-8A83-4E5A00D193BE}" srcOrd="3" destOrd="0" presId="urn:microsoft.com/office/officeart/2018/5/layout/IconCircleLabelList"/>
    <dgm:cxn modelId="{4FFB8B99-CD5F-4367-B612-DF30B491C1C7}" type="presParOf" srcId="{081EA470-8049-4926-A907-DF34BA39FED2}" destId="{D4D299D5-E435-4884-A22E-25653A4D4C13}" srcOrd="4" destOrd="0" presId="urn:microsoft.com/office/officeart/2018/5/layout/IconCircleLabelList"/>
    <dgm:cxn modelId="{828BC737-4AF0-4D81-A400-677E8FEE0BAE}" type="presParOf" srcId="{D4D299D5-E435-4884-A22E-25653A4D4C13}" destId="{797B1F4D-0691-42FB-8988-5888D92A0DEC}" srcOrd="0" destOrd="0" presId="urn:microsoft.com/office/officeart/2018/5/layout/IconCircleLabelList"/>
    <dgm:cxn modelId="{C65926F6-006E-4C7E-8A24-F1C71F19A837}" type="presParOf" srcId="{D4D299D5-E435-4884-A22E-25653A4D4C13}" destId="{9A2F1149-0412-4CD8-8727-836DD8387B74}" srcOrd="1" destOrd="0" presId="urn:microsoft.com/office/officeart/2018/5/layout/IconCircleLabelList"/>
    <dgm:cxn modelId="{27378486-FEAC-4E1C-90CF-A27EBC9E7A98}" type="presParOf" srcId="{D4D299D5-E435-4884-A22E-25653A4D4C13}" destId="{8694CB79-0014-4C11-BFB0-F31F437CDE88}" srcOrd="2" destOrd="0" presId="urn:microsoft.com/office/officeart/2018/5/layout/IconCircleLabelList"/>
    <dgm:cxn modelId="{F9CCCCF1-FB98-40D3-A129-678863F5EE1E}" type="presParOf" srcId="{D4D299D5-E435-4884-A22E-25653A4D4C13}" destId="{9721E605-8BB0-4E30-9351-D40B6DF176A4}" srcOrd="3" destOrd="0" presId="urn:microsoft.com/office/officeart/2018/5/layout/IconCircleLabelList"/>
    <dgm:cxn modelId="{4E6542BF-AFB5-4044-956B-C209976E1A55}" type="presParOf" srcId="{081EA470-8049-4926-A907-DF34BA39FED2}" destId="{2D7996E5-E58E-4144-A99F-9499BC182979}" srcOrd="5" destOrd="0" presId="urn:microsoft.com/office/officeart/2018/5/layout/IconCircleLabelList"/>
    <dgm:cxn modelId="{ECA92A36-8F56-481A-9062-722A97406967}" type="presParOf" srcId="{081EA470-8049-4926-A907-DF34BA39FED2}" destId="{51E94C43-2A33-4E76-833C-54E3DE0C07FF}" srcOrd="6" destOrd="0" presId="urn:microsoft.com/office/officeart/2018/5/layout/IconCircleLabelList"/>
    <dgm:cxn modelId="{7AAA08C1-B31D-4F28-9949-72A9E4F29F15}" type="presParOf" srcId="{51E94C43-2A33-4E76-833C-54E3DE0C07FF}" destId="{3B002A4D-5C9A-46C7-9114-0312FBDB4772}" srcOrd="0" destOrd="0" presId="urn:microsoft.com/office/officeart/2018/5/layout/IconCircleLabelList"/>
    <dgm:cxn modelId="{FC9F5E35-5D14-4CD2-BE0E-801A4453A40A}" type="presParOf" srcId="{51E94C43-2A33-4E76-833C-54E3DE0C07FF}" destId="{B2B95695-5D12-4E6B-95D9-B34B9EB18F1E}" srcOrd="1" destOrd="0" presId="urn:microsoft.com/office/officeart/2018/5/layout/IconCircleLabelList"/>
    <dgm:cxn modelId="{5DBADEDE-8807-491A-8224-B469250CD53E}" type="presParOf" srcId="{51E94C43-2A33-4E76-833C-54E3DE0C07FF}" destId="{279830DE-4D2E-4D2E-8E4C-680EC065F5E2}" srcOrd="2" destOrd="0" presId="urn:microsoft.com/office/officeart/2018/5/layout/IconCircleLabelList"/>
    <dgm:cxn modelId="{C1097DA9-85D3-4A3B-9B39-4F719CA60181}" type="presParOf" srcId="{51E94C43-2A33-4E76-833C-54E3DE0C07FF}" destId="{2CA60FC6-C24B-4E32-B7C0-6C232378B5C7}" srcOrd="3" destOrd="0" presId="urn:microsoft.com/office/officeart/2018/5/layout/IconCircleLabelList"/>
    <dgm:cxn modelId="{934FBE2A-4BFB-43A4-BC47-F60B5B020DC9}" type="presParOf" srcId="{081EA470-8049-4926-A907-DF34BA39FED2}" destId="{DE420A37-BAB9-479B-9C7B-9114756357A5}" srcOrd="7" destOrd="0" presId="urn:microsoft.com/office/officeart/2018/5/layout/IconCircleLabelList"/>
    <dgm:cxn modelId="{D4617496-7F5C-4E5A-81FC-D0BC2320DE2C}" type="presParOf" srcId="{081EA470-8049-4926-A907-DF34BA39FED2}" destId="{B6BE18E4-F1B6-441C-934F-DC639EF4CB55}" srcOrd="8" destOrd="0" presId="urn:microsoft.com/office/officeart/2018/5/layout/IconCircleLabelList"/>
    <dgm:cxn modelId="{1FDACA50-116E-406E-8689-475C5C1AF1D0}" type="presParOf" srcId="{B6BE18E4-F1B6-441C-934F-DC639EF4CB55}" destId="{4D281674-FA2B-4BA6-AC72-21EAAF3B27AF}" srcOrd="0" destOrd="0" presId="urn:microsoft.com/office/officeart/2018/5/layout/IconCircleLabelList"/>
    <dgm:cxn modelId="{FBD0E2EF-3914-4DAA-8AC2-54C88943753B}" type="presParOf" srcId="{B6BE18E4-F1B6-441C-934F-DC639EF4CB55}" destId="{A3EC0C2B-8549-4E8E-8613-501C053D9B61}" srcOrd="1" destOrd="0" presId="urn:microsoft.com/office/officeart/2018/5/layout/IconCircleLabelList"/>
    <dgm:cxn modelId="{87B19324-0405-4B72-BC59-72C3C840CD9B}" type="presParOf" srcId="{B6BE18E4-F1B6-441C-934F-DC639EF4CB55}" destId="{DADF6AF9-0468-45ED-B5E6-AC2BFD45D799}" srcOrd="2" destOrd="0" presId="urn:microsoft.com/office/officeart/2018/5/layout/IconCircleLabelList"/>
    <dgm:cxn modelId="{34561582-BD12-414B-9E39-1BDC2C761A02}" type="presParOf" srcId="{B6BE18E4-F1B6-441C-934F-DC639EF4CB55}" destId="{09B61033-BAF4-4FD5-8B58-6A2FE987C8B7}" srcOrd="3" destOrd="0" presId="urn:microsoft.com/office/officeart/2018/5/layout/IconCircleLabelList"/>
    <dgm:cxn modelId="{B1B32252-401A-40CE-B109-93B5B7B1A22D}" type="presParOf" srcId="{081EA470-8049-4926-A907-DF34BA39FED2}" destId="{4C25A843-8105-4A1B-AB6D-07EDD803F851}" srcOrd="9" destOrd="0" presId="urn:microsoft.com/office/officeart/2018/5/layout/IconCircleLabelList"/>
    <dgm:cxn modelId="{112A0519-B32E-4E56-9A13-A76C872FEE88}" type="presParOf" srcId="{081EA470-8049-4926-A907-DF34BA39FED2}" destId="{F1B7481A-2539-41F2-9911-FA3BB1CE2768}" srcOrd="10" destOrd="0" presId="urn:microsoft.com/office/officeart/2018/5/layout/IconCircleLabelList"/>
    <dgm:cxn modelId="{23DB3C5A-0B7E-4AE1-B30E-0A9D0C257826}" type="presParOf" srcId="{F1B7481A-2539-41F2-9911-FA3BB1CE2768}" destId="{54058331-E45B-4CD6-B362-BEFD439A640D}" srcOrd="0" destOrd="0" presId="urn:microsoft.com/office/officeart/2018/5/layout/IconCircleLabelList"/>
    <dgm:cxn modelId="{046B7068-B1D2-40FE-9759-C6A710353CDF}" type="presParOf" srcId="{F1B7481A-2539-41F2-9911-FA3BB1CE2768}" destId="{5841586F-E05D-4D76-A51B-C88913459F3B}" srcOrd="1" destOrd="0" presId="urn:microsoft.com/office/officeart/2018/5/layout/IconCircleLabelList"/>
    <dgm:cxn modelId="{8A937C37-B0F9-4914-88FC-984795083A5B}" type="presParOf" srcId="{F1B7481A-2539-41F2-9911-FA3BB1CE2768}" destId="{12C5378C-1072-4763-99DF-E24039E98D46}" srcOrd="2" destOrd="0" presId="urn:microsoft.com/office/officeart/2018/5/layout/IconCircleLabelList"/>
    <dgm:cxn modelId="{47C603F7-DB1B-4135-8F9A-48B6D1FF8F52}" type="presParOf" srcId="{F1B7481A-2539-41F2-9911-FA3BB1CE2768}" destId="{F8B6D474-1C37-404D-A469-9E8942A4D77D}" srcOrd="3" destOrd="0" presId="urn:microsoft.com/office/officeart/2018/5/layout/IconCircleLabelList"/>
    <dgm:cxn modelId="{E0489CA7-1183-4CFB-8FBB-8FC2ACBDC71F}" type="presParOf" srcId="{081EA470-8049-4926-A907-DF34BA39FED2}" destId="{6B2463D3-6761-4B60-9595-CFDB9F949577}" srcOrd="11" destOrd="0" presId="urn:microsoft.com/office/officeart/2018/5/layout/IconCircleLabelList"/>
    <dgm:cxn modelId="{3D10FDBB-1627-4200-B30B-F9A6D0F2991F}" type="presParOf" srcId="{081EA470-8049-4926-A907-DF34BA39FED2}" destId="{5E43E9B1-8F09-4412-A1E6-C6CC0B39F9BA}" srcOrd="12" destOrd="0" presId="urn:microsoft.com/office/officeart/2018/5/layout/IconCircleLabelList"/>
    <dgm:cxn modelId="{84BD5F0D-8F27-4385-A83B-4D2A4A85A557}" type="presParOf" srcId="{5E43E9B1-8F09-4412-A1E6-C6CC0B39F9BA}" destId="{0925E96C-F3CC-46E6-BFB7-5573127524CD}" srcOrd="0" destOrd="0" presId="urn:microsoft.com/office/officeart/2018/5/layout/IconCircleLabelList"/>
    <dgm:cxn modelId="{76E67B53-39E2-4C72-9BD3-D03354EE55D6}" type="presParOf" srcId="{5E43E9B1-8F09-4412-A1E6-C6CC0B39F9BA}" destId="{A0DE5D21-1150-42F1-9D9B-E1AE0A5C947C}" srcOrd="1" destOrd="0" presId="urn:microsoft.com/office/officeart/2018/5/layout/IconCircleLabelList"/>
    <dgm:cxn modelId="{3AFF7D25-05D9-4729-84F4-36957F94D93C}" type="presParOf" srcId="{5E43E9B1-8F09-4412-A1E6-C6CC0B39F9BA}" destId="{2A328A75-B779-466B-8F50-0F33A89A28D8}" srcOrd="2" destOrd="0" presId="urn:microsoft.com/office/officeart/2018/5/layout/IconCircleLabelList"/>
    <dgm:cxn modelId="{8C397C00-979C-484C-AE1C-4BAAEB3FD916}" type="presParOf" srcId="{5E43E9B1-8F09-4412-A1E6-C6CC0B39F9BA}" destId="{79DA6CE2-FD74-4924-B515-D31D04ADFE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F51B48-CBE1-4FD9-BD25-01E0473669D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ECB24A6-EDD8-4C4C-B374-8F0A2D97BE24}">
      <dgm:prSet/>
      <dgm:spPr/>
      <dgm:t>
        <a:bodyPr/>
        <a:lstStyle/>
        <a:p>
          <a:pPr>
            <a:defRPr b="1"/>
          </a:pPr>
          <a:r>
            <a:rPr lang="en-US"/>
            <a:t>Business Problems:</a:t>
          </a:r>
        </a:p>
      </dgm:t>
    </dgm:pt>
    <dgm:pt modelId="{6FCB2367-EE2E-4670-B6F8-1AC0DE3C2CD9}" type="parTrans" cxnId="{F8EB052C-DA61-417E-9442-35B109CC7443}">
      <dgm:prSet/>
      <dgm:spPr/>
      <dgm:t>
        <a:bodyPr/>
        <a:lstStyle/>
        <a:p>
          <a:endParaRPr lang="en-US"/>
        </a:p>
      </dgm:t>
    </dgm:pt>
    <dgm:pt modelId="{02F52490-4B95-4329-B7AE-6953DCDC8596}" type="sibTrans" cxnId="{F8EB052C-DA61-417E-9442-35B109CC7443}">
      <dgm:prSet/>
      <dgm:spPr/>
      <dgm:t>
        <a:bodyPr/>
        <a:lstStyle/>
        <a:p>
          <a:endParaRPr lang="en-US"/>
        </a:p>
      </dgm:t>
    </dgm:pt>
    <dgm:pt modelId="{16E083DB-CF56-4601-836B-6F2941213810}">
      <dgm:prSet/>
      <dgm:spPr/>
      <dgm:t>
        <a:bodyPr/>
        <a:lstStyle/>
        <a:p>
          <a:r>
            <a:rPr lang="en-US"/>
            <a:t>Slower customer improvements</a:t>
          </a:r>
        </a:p>
      </dgm:t>
    </dgm:pt>
    <dgm:pt modelId="{3E40917D-9BD2-4134-9786-78AA3E3CF577}" type="parTrans" cxnId="{6D4F4EA7-94E4-4110-9F42-40A4D9705D36}">
      <dgm:prSet/>
      <dgm:spPr/>
      <dgm:t>
        <a:bodyPr/>
        <a:lstStyle/>
        <a:p>
          <a:endParaRPr lang="en-US"/>
        </a:p>
      </dgm:t>
    </dgm:pt>
    <dgm:pt modelId="{21D2A6E6-5B9E-4944-A185-E1868CD30943}" type="sibTrans" cxnId="{6D4F4EA7-94E4-4110-9F42-40A4D9705D36}">
      <dgm:prSet/>
      <dgm:spPr/>
      <dgm:t>
        <a:bodyPr/>
        <a:lstStyle/>
        <a:p>
          <a:endParaRPr lang="en-US"/>
        </a:p>
      </dgm:t>
    </dgm:pt>
    <dgm:pt modelId="{02D6D477-C355-4C37-9398-FBDC25581A62}">
      <dgm:prSet/>
      <dgm:spPr/>
      <dgm:t>
        <a:bodyPr/>
        <a:lstStyle/>
        <a:p>
          <a:r>
            <a:rPr lang="en-US"/>
            <a:t>Delayed revenue opportunities</a:t>
          </a:r>
        </a:p>
      </dgm:t>
    </dgm:pt>
    <dgm:pt modelId="{DEA39D5E-57AF-44DE-9EDA-6490A5B640D0}" type="parTrans" cxnId="{E3D2A511-57FF-4702-A1B8-86031EF2B6A6}">
      <dgm:prSet/>
      <dgm:spPr/>
      <dgm:t>
        <a:bodyPr/>
        <a:lstStyle/>
        <a:p>
          <a:endParaRPr lang="en-US"/>
        </a:p>
      </dgm:t>
    </dgm:pt>
    <dgm:pt modelId="{12A598F4-9592-4CEF-9628-AB32B8025A13}" type="sibTrans" cxnId="{E3D2A511-57FF-4702-A1B8-86031EF2B6A6}">
      <dgm:prSet/>
      <dgm:spPr/>
      <dgm:t>
        <a:bodyPr/>
        <a:lstStyle/>
        <a:p>
          <a:endParaRPr lang="en-US"/>
        </a:p>
      </dgm:t>
    </dgm:pt>
    <dgm:pt modelId="{B640ECFD-745F-4842-9AB4-B4F1532AAED6}">
      <dgm:prSet/>
      <dgm:spPr/>
      <dgm:t>
        <a:bodyPr/>
        <a:lstStyle/>
        <a:p>
          <a:pPr>
            <a:defRPr b="1"/>
          </a:pPr>
          <a:r>
            <a:rPr lang="en-US"/>
            <a:t>Technical Problems:</a:t>
          </a:r>
        </a:p>
      </dgm:t>
    </dgm:pt>
    <dgm:pt modelId="{6DD0D286-B70A-4A79-9F0C-A9A815341354}" type="parTrans" cxnId="{7A686F91-D412-48E4-8071-5DDBA0E24BAB}">
      <dgm:prSet/>
      <dgm:spPr/>
      <dgm:t>
        <a:bodyPr/>
        <a:lstStyle/>
        <a:p>
          <a:endParaRPr lang="en-US"/>
        </a:p>
      </dgm:t>
    </dgm:pt>
    <dgm:pt modelId="{303C9F8A-2466-4DD8-A1FF-4961315A1AD4}" type="sibTrans" cxnId="{7A686F91-D412-48E4-8071-5DDBA0E24BAB}">
      <dgm:prSet/>
      <dgm:spPr/>
      <dgm:t>
        <a:bodyPr/>
        <a:lstStyle/>
        <a:p>
          <a:endParaRPr lang="en-US"/>
        </a:p>
      </dgm:t>
    </dgm:pt>
    <dgm:pt modelId="{970B27C5-AF88-40C8-843A-A385AFF078DF}">
      <dgm:prSet/>
      <dgm:spPr/>
      <dgm:t>
        <a:bodyPr/>
        <a:lstStyle/>
        <a:p>
          <a:r>
            <a:rPr lang="en-US"/>
            <a:t>Larger deployments</a:t>
          </a:r>
        </a:p>
      </dgm:t>
    </dgm:pt>
    <dgm:pt modelId="{CCB320C9-2147-41E0-9F01-24B5EC8DAE71}" type="parTrans" cxnId="{3CCA7A37-AEFB-426A-8202-EFF2A4B820FA}">
      <dgm:prSet/>
      <dgm:spPr/>
      <dgm:t>
        <a:bodyPr/>
        <a:lstStyle/>
        <a:p>
          <a:endParaRPr lang="en-US"/>
        </a:p>
      </dgm:t>
    </dgm:pt>
    <dgm:pt modelId="{E35806A7-8A3B-4E47-964A-ACB2988BF568}" type="sibTrans" cxnId="{3CCA7A37-AEFB-426A-8202-EFF2A4B820FA}">
      <dgm:prSet/>
      <dgm:spPr/>
      <dgm:t>
        <a:bodyPr/>
        <a:lstStyle/>
        <a:p>
          <a:endParaRPr lang="en-US"/>
        </a:p>
      </dgm:t>
    </dgm:pt>
    <dgm:pt modelId="{C5E66C14-13F0-4DC9-A3E8-A8ECCB08C06C}">
      <dgm:prSet/>
      <dgm:spPr/>
      <dgm:t>
        <a:bodyPr/>
        <a:lstStyle/>
        <a:p>
          <a:r>
            <a:rPr lang="en-US"/>
            <a:t>More bugs</a:t>
          </a:r>
        </a:p>
      </dgm:t>
    </dgm:pt>
    <dgm:pt modelId="{352B96F0-B1F6-408B-BEDC-8BC28A6C44F3}" type="parTrans" cxnId="{59546B35-DDD1-40AF-BD94-D1EFA790E8FD}">
      <dgm:prSet/>
      <dgm:spPr/>
      <dgm:t>
        <a:bodyPr/>
        <a:lstStyle/>
        <a:p>
          <a:endParaRPr lang="en-US"/>
        </a:p>
      </dgm:t>
    </dgm:pt>
    <dgm:pt modelId="{2024FDF9-A929-4920-984C-4740B58AC915}" type="sibTrans" cxnId="{59546B35-DDD1-40AF-BD94-D1EFA790E8FD}">
      <dgm:prSet/>
      <dgm:spPr/>
      <dgm:t>
        <a:bodyPr/>
        <a:lstStyle/>
        <a:p>
          <a:endParaRPr lang="en-US"/>
        </a:p>
      </dgm:t>
    </dgm:pt>
    <dgm:pt modelId="{62123F8C-6FA5-4C51-8DE6-3AF57A9482CB}">
      <dgm:prSet/>
      <dgm:spPr/>
      <dgm:t>
        <a:bodyPr/>
        <a:lstStyle/>
        <a:p>
          <a:r>
            <a:rPr lang="en-US"/>
            <a:t>Increased deployment failures</a:t>
          </a:r>
        </a:p>
      </dgm:t>
    </dgm:pt>
    <dgm:pt modelId="{1A5DB0D7-A144-434C-8385-289551277813}" type="parTrans" cxnId="{BC91C7F3-8899-4A7C-9417-5DDE6A4B4484}">
      <dgm:prSet/>
      <dgm:spPr/>
      <dgm:t>
        <a:bodyPr/>
        <a:lstStyle/>
        <a:p>
          <a:endParaRPr lang="en-US"/>
        </a:p>
      </dgm:t>
    </dgm:pt>
    <dgm:pt modelId="{D03BBF35-EFCA-4400-8C9F-BCC0318CE6DC}" type="sibTrans" cxnId="{BC91C7F3-8899-4A7C-9417-5DDE6A4B4484}">
      <dgm:prSet/>
      <dgm:spPr/>
      <dgm:t>
        <a:bodyPr/>
        <a:lstStyle/>
        <a:p>
          <a:endParaRPr lang="en-US"/>
        </a:p>
      </dgm:t>
    </dgm:pt>
    <dgm:pt modelId="{9DFE5B15-EA75-4951-9502-13ECAE0E71AC}" type="pres">
      <dgm:prSet presAssocID="{7CF51B48-CBE1-4FD9-BD25-01E0473669DC}" presName="root" presStyleCnt="0">
        <dgm:presLayoutVars>
          <dgm:dir/>
          <dgm:resizeHandles val="exact"/>
        </dgm:presLayoutVars>
      </dgm:prSet>
      <dgm:spPr/>
    </dgm:pt>
    <dgm:pt modelId="{DC556610-73BE-479B-B04B-637956FEF33C}" type="pres">
      <dgm:prSet presAssocID="{9ECB24A6-EDD8-4C4C-B374-8F0A2D97BE24}" presName="compNode" presStyleCnt="0"/>
      <dgm:spPr/>
    </dgm:pt>
    <dgm:pt modelId="{54C6CA14-BDA0-4A35-A094-67A95CACB24B}" type="pres">
      <dgm:prSet presAssocID="{9ECB24A6-EDD8-4C4C-B374-8F0A2D97BE2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1D852678-678C-4715-9D53-B263A3A38547}" type="pres">
      <dgm:prSet presAssocID="{9ECB24A6-EDD8-4C4C-B374-8F0A2D97BE24}" presName="iconSpace" presStyleCnt="0"/>
      <dgm:spPr/>
    </dgm:pt>
    <dgm:pt modelId="{3F3A797F-BF26-424C-B883-3E01EFE4D3A3}" type="pres">
      <dgm:prSet presAssocID="{9ECB24A6-EDD8-4C4C-B374-8F0A2D97BE24}" presName="parTx" presStyleLbl="revTx" presStyleIdx="0" presStyleCnt="4">
        <dgm:presLayoutVars>
          <dgm:chMax val="0"/>
          <dgm:chPref val="0"/>
        </dgm:presLayoutVars>
      </dgm:prSet>
      <dgm:spPr/>
    </dgm:pt>
    <dgm:pt modelId="{867B4355-5F1E-4C7E-AAA3-2C87613CD1E9}" type="pres">
      <dgm:prSet presAssocID="{9ECB24A6-EDD8-4C4C-B374-8F0A2D97BE24}" presName="txSpace" presStyleCnt="0"/>
      <dgm:spPr/>
    </dgm:pt>
    <dgm:pt modelId="{2C969180-7399-4C32-9830-FF804536CAD1}" type="pres">
      <dgm:prSet presAssocID="{9ECB24A6-EDD8-4C4C-B374-8F0A2D97BE24}" presName="desTx" presStyleLbl="revTx" presStyleIdx="1" presStyleCnt="4">
        <dgm:presLayoutVars/>
      </dgm:prSet>
      <dgm:spPr/>
    </dgm:pt>
    <dgm:pt modelId="{827E95AD-97C6-4A2D-8184-67789DA05BE1}" type="pres">
      <dgm:prSet presAssocID="{02F52490-4B95-4329-B7AE-6953DCDC8596}" presName="sibTrans" presStyleCnt="0"/>
      <dgm:spPr/>
    </dgm:pt>
    <dgm:pt modelId="{2367123D-4CC9-4041-827E-AC8ABC10DB50}" type="pres">
      <dgm:prSet presAssocID="{B640ECFD-745F-4842-9AB4-B4F1532AAED6}" presName="compNode" presStyleCnt="0"/>
      <dgm:spPr/>
    </dgm:pt>
    <dgm:pt modelId="{74FFABB1-24C8-42D4-902C-8E0760E503D3}" type="pres">
      <dgm:prSet presAssocID="{B640ECFD-745F-4842-9AB4-B4F1532AAED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F240920C-8C18-4549-8BBE-9BB92A4C6031}" type="pres">
      <dgm:prSet presAssocID="{B640ECFD-745F-4842-9AB4-B4F1532AAED6}" presName="iconSpace" presStyleCnt="0"/>
      <dgm:spPr/>
    </dgm:pt>
    <dgm:pt modelId="{1D165FCC-637F-428A-8BA4-685B5AB05C84}" type="pres">
      <dgm:prSet presAssocID="{B640ECFD-745F-4842-9AB4-B4F1532AAED6}" presName="parTx" presStyleLbl="revTx" presStyleIdx="2" presStyleCnt="4">
        <dgm:presLayoutVars>
          <dgm:chMax val="0"/>
          <dgm:chPref val="0"/>
        </dgm:presLayoutVars>
      </dgm:prSet>
      <dgm:spPr/>
    </dgm:pt>
    <dgm:pt modelId="{69769A4E-E42D-4EA8-B190-F51892E73C56}" type="pres">
      <dgm:prSet presAssocID="{B640ECFD-745F-4842-9AB4-B4F1532AAED6}" presName="txSpace" presStyleCnt="0"/>
      <dgm:spPr/>
    </dgm:pt>
    <dgm:pt modelId="{564922AB-2596-402E-A4EB-5EA09CC17A58}" type="pres">
      <dgm:prSet presAssocID="{B640ECFD-745F-4842-9AB4-B4F1532AAED6}" presName="desTx" presStyleLbl="revTx" presStyleIdx="3" presStyleCnt="4">
        <dgm:presLayoutVars/>
      </dgm:prSet>
      <dgm:spPr/>
    </dgm:pt>
  </dgm:ptLst>
  <dgm:cxnLst>
    <dgm:cxn modelId="{E3D2A511-57FF-4702-A1B8-86031EF2B6A6}" srcId="{9ECB24A6-EDD8-4C4C-B374-8F0A2D97BE24}" destId="{02D6D477-C355-4C37-9398-FBDC25581A62}" srcOrd="1" destOrd="0" parTransId="{DEA39D5E-57AF-44DE-9EDA-6490A5B640D0}" sibTransId="{12A598F4-9592-4CEF-9628-AB32B8025A13}"/>
    <dgm:cxn modelId="{70CBFD21-4592-42AB-984E-4E9B9AAFB391}" type="presOf" srcId="{7CF51B48-CBE1-4FD9-BD25-01E0473669DC}" destId="{9DFE5B15-EA75-4951-9502-13ECAE0E71AC}" srcOrd="0" destOrd="0" presId="urn:microsoft.com/office/officeart/2018/2/layout/IconLabelDescriptionList"/>
    <dgm:cxn modelId="{F8EB052C-DA61-417E-9442-35B109CC7443}" srcId="{7CF51B48-CBE1-4FD9-BD25-01E0473669DC}" destId="{9ECB24A6-EDD8-4C4C-B374-8F0A2D97BE24}" srcOrd="0" destOrd="0" parTransId="{6FCB2367-EE2E-4670-B6F8-1AC0DE3C2CD9}" sibTransId="{02F52490-4B95-4329-B7AE-6953DCDC8596}"/>
    <dgm:cxn modelId="{59546B35-DDD1-40AF-BD94-D1EFA790E8FD}" srcId="{B640ECFD-745F-4842-9AB4-B4F1532AAED6}" destId="{C5E66C14-13F0-4DC9-A3E8-A8ECCB08C06C}" srcOrd="1" destOrd="0" parTransId="{352B96F0-B1F6-408B-BEDC-8BC28A6C44F3}" sibTransId="{2024FDF9-A929-4920-984C-4740B58AC915}"/>
    <dgm:cxn modelId="{3CCA7A37-AEFB-426A-8202-EFF2A4B820FA}" srcId="{B640ECFD-745F-4842-9AB4-B4F1532AAED6}" destId="{970B27C5-AF88-40C8-843A-A385AFF078DF}" srcOrd="0" destOrd="0" parTransId="{CCB320C9-2147-41E0-9F01-24B5EC8DAE71}" sibTransId="{E35806A7-8A3B-4E47-964A-ACB2988BF568}"/>
    <dgm:cxn modelId="{6BEA845E-19BD-4BBB-B867-859D354562FC}" type="presOf" srcId="{C5E66C14-13F0-4DC9-A3E8-A8ECCB08C06C}" destId="{564922AB-2596-402E-A4EB-5EA09CC17A58}" srcOrd="0" destOrd="1" presId="urn:microsoft.com/office/officeart/2018/2/layout/IconLabelDescriptionList"/>
    <dgm:cxn modelId="{FDE41C67-CDDA-485C-B89F-32E050514E78}" type="presOf" srcId="{16E083DB-CF56-4601-836B-6F2941213810}" destId="{2C969180-7399-4C32-9830-FF804536CAD1}" srcOrd="0" destOrd="0" presId="urn:microsoft.com/office/officeart/2018/2/layout/IconLabelDescriptionList"/>
    <dgm:cxn modelId="{3FC70F4D-036E-41EC-841F-40A79D4F33CC}" type="presOf" srcId="{970B27C5-AF88-40C8-843A-A385AFF078DF}" destId="{564922AB-2596-402E-A4EB-5EA09CC17A58}" srcOrd="0" destOrd="0" presId="urn:microsoft.com/office/officeart/2018/2/layout/IconLabelDescriptionList"/>
    <dgm:cxn modelId="{3F6BE057-687D-4929-802C-73902F3A7D3B}" type="presOf" srcId="{02D6D477-C355-4C37-9398-FBDC25581A62}" destId="{2C969180-7399-4C32-9830-FF804536CAD1}" srcOrd="0" destOrd="1" presId="urn:microsoft.com/office/officeart/2018/2/layout/IconLabelDescriptionList"/>
    <dgm:cxn modelId="{7A686F91-D412-48E4-8071-5DDBA0E24BAB}" srcId="{7CF51B48-CBE1-4FD9-BD25-01E0473669DC}" destId="{B640ECFD-745F-4842-9AB4-B4F1532AAED6}" srcOrd="1" destOrd="0" parTransId="{6DD0D286-B70A-4A79-9F0C-A9A815341354}" sibTransId="{303C9F8A-2466-4DD8-A1FF-4961315A1AD4}"/>
    <dgm:cxn modelId="{6D4F4EA7-94E4-4110-9F42-40A4D9705D36}" srcId="{9ECB24A6-EDD8-4C4C-B374-8F0A2D97BE24}" destId="{16E083DB-CF56-4601-836B-6F2941213810}" srcOrd="0" destOrd="0" parTransId="{3E40917D-9BD2-4134-9786-78AA3E3CF577}" sibTransId="{21D2A6E6-5B9E-4944-A185-E1868CD30943}"/>
    <dgm:cxn modelId="{C55704E0-FE35-4AE1-A8B9-568B1C0BAB9E}" type="presOf" srcId="{62123F8C-6FA5-4C51-8DE6-3AF57A9482CB}" destId="{564922AB-2596-402E-A4EB-5EA09CC17A58}" srcOrd="0" destOrd="2" presId="urn:microsoft.com/office/officeart/2018/2/layout/IconLabelDescriptionList"/>
    <dgm:cxn modelId="{8F5088E6-7A35-4CF2-91EE-F735184C1EFE}" type="presOf" srcId="{9ECB24A6-EDD8-4C4C-B374-8F0A2D97BE24}" destId="{3F3A797F-BF26-424C-B883-3E01EFE4D3A3}" srcOrd="0" destOrd="0" presId="urn:microsoft.com/office/officeart/2018/2/layout/IconLabelDescriptionList"/>
    <dgm:cxn modelId="{69CC7EEE-F3F5-4F78-B0EF-E9069B9C809B}" type="presOf" srcId="{B640ECFD-745F-4842-9AB4-B4F1532AAED6}" destId="{1D165FCC-637F-428A-8BA4-685B5AB05C84}" srcOrd="0" destOrd="0" presId="urn:microsoft.com/office/officeart/2018/2/layout/IconLabelDescriptionList"/>
    <dgm:cxn modelId="{BC91C7F3-8899-4A7C-9417-5DDE6A4B4484}" srcId="{B640ECFD-745F-4842-9AB4-B4F1532AAED6}" destId="{62123F8C-6FA5-4C51-8DE6-3AF57A9482CB}" srcOrd="2" destOrd="0" parTransId="{1A5DB0D7-A144-434C-8385-289551277813}" sibTransId="{D03BBF35-EFCA-4400-8C9F-BCC0318CE6DC}"/>
    <dgm:cxn modelId="{0DC795C9-580E-4144-A371-AB0216DF9A7C}" type="presParOf" srcId="{9DFE5B15-EA75-4951-9502-13ECAE0E71AC}" destId="{DC556610-73BE-479B-B04B-637956FEF33C}" srcOrd="0" destOrd="0" presId="urn:microsoft.com/office/officeart/2018/2/layout/IconLabelDescriptionList"/>
    <dgm:cxn modelId="{5CAACD42-2D9D-463E-BCED-3DE2B62A4501}" type="presParOf" srcId="{DC556610-73BE-479B-B04B-637956FEF33C}" destId="{54C6CA14-BDA0-4A35-A094-67A95CACB24B}" srcOrd="0" destOrd="0" presId="urn:microsoft.com/office/officeart/2018/2/layout/IconLabelDescriptionList"/>
    <dgm:cxn modelId="{91437017-248E-4B0F-83DB-7E1E19A1BCD6}" type="presParOf" srcId="{DC556610-73BE-479B-B04B-637956FEF33C}" destId="{1D852678-678C-4715-9D53-B263A3A38547}" srcOrd="1" destOrd="0" presId="urn:microsoft.com/office/officeart/2018/2/layout/IconLabelDescriptionList"/>
    <dgm:cxn modelId="{CCBC6A22-BD4B-40A4-9DB7-69771954E251}" type="presParOf" srcId="{DC556610-73BE-479B-B04B-637956FEF33C}" destId="{3F3A797F-BF26-424C-B883-3E01EFE4D3A3}" srcOrd="2" destOrd="0" presId="urn:microsoft.com/office/officeart/2018/2/layout/IconLabelDescriptionList"/>
    <dgm:cxn modelId="{475F0DDF-A57E-47A8-B056-B3C7C9FE9542}" type="presParOf" srcId="{DC556610-73BE-479B-B04B-637956FEF33C}" destId="{867B4355-5F1E-4C7E-AAA3-2C87613CD1E9}" srcOrd="3" destOrd="0" presId="urn:microsoft.com/office/officeart/2018/2/layout/IconLabelDescriptionList"/>
    <dgm:cxn modelId="{4F0EB60F-F091-422E-9F0D-C7CEB7C03ED4}" type="presParOf" srcId="{DC556610-73BE-479B-B04B-637956FEF33C}" destId="{2C969180-7399-4C32-9830-FF804536CAD1}" srcOrd="4" destOrd="0" presId="urn:microsoft.com/office/officeart/2018/2/layout/IconLabelDescriptionList"/>
    <dgm:cxn modelId="{3D4BCC20-D9E9-47BA-8782-692F3CA72377}" type="presParOf" srcId="{9DFE5B15-EA75-4951-9502-13ECAE0E71AC}" destId="{827E95AD-97C6-4A2D-8184-67789DA05BE1}" srcOrd="1" destOrd="0" presId="urn:microsoft.com/office/officeart/2018/2/layout/IconLabelDescriptionList"/>
    <dgm:cxn modelId="{66020A8B-DA0C-4AA4-8F23-9A3375C85901}" type="presParOf" srcId="{9DFE5B15-EA75-4951-9502-13ECAE0E71AC}" destId="{2367123D-4CC9-4041-827E-AC8ABC10DB50}" srcOrd="2" destOrd="0" presId="urn:microsoft.com/office/officeart/2018/2/layout/IconLabelDescriptionList"/>
    <dgm:cxn modelId="{166F9F8A-639D-407E-B3EC-5FCF14EF6609}" type="presParOf" srcId="{2367123D-4CC9-4041-827E-AC8ABC10DB50}" destId="{74FFABB1-24C8-42D4-902C-8E0760E503D3}" srcOrd="0" destOrd="0" presId="urn:microsoft.com/office/officeart/2018/2/layout/IconLabelDescriptionList"/>
    <dgm:cxn modelId="{C20771D2-E5F7-48B6-B289-2F52B028DB3B}" type="presParOf" srcId="{2367123D-4CC9-4041-827E-AC8ABC10DB50}" destId="{F240920C-8C18-4549-8BBE-9BB92A4C6031}" srcOrd="1" destOrd="0" presId="urn:microsoft.com/office/officeart/2018/2/layout/IconLabelDescriptionList"/>
    <dgm:cxn modelId="{B421BFEE-7A69-4F33-9B9E-09C047E6A659}" type="presParOf" srcId="{2367123D-4CC9-4041-827E-AC8ABC10DB50}" destId="{1D165FCC-637F-428A-8BA4-685B5AB05C84}" srcOrd="2" destOrd="0" presId="urn:microsoft.com/office/officeart/2018/2/layout/IconLabelDescriptionList"/>
    <dgm:cxn modelId="{6115F696-271B-4718-804B-40B4E7BBBADC}" type="presParOf" srcId="{2367123D-4CC9-4041-827E-AC8ABC10DB50}" destId="{69769A4E-E42D-4EA8-B190-F51892E73C56}" srcOrd="3" destOrd="0" presId="urn:microsoft.com/office/officeart/2018/2/layout/IconLabelDescriptionList"/>
    <dgm:cxn modelId="{CD5D5BF8-ADD6-49DF-BBF5-FB88FF894B50}" type="presParOf" srcId="{2367123D-4CC9-4041-827E-AC8ABC10DB50}" destId="{564922AB-2596-402E-A4EB-5EA09CC17A5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13C4A7-4089-4FE4-BA84-74021C18AAD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0B2821-BA85-4FA3-8F46-40A35D925DA0}">
      <dgm:prSet/>
      <dgm:spPr/>
      <dgm:t>
        <a:bodyPr/>
        <a:lstStyle/>
        <a:p>
          <a:pPr>
            <a:defRPr cap="all"/>
          </a:pPr>
          <a:r>
            <a:rPr lang="en-US"/>
            <a:t>1. Automation</a:t>
          </a:r>
        </a:p>
      </dgm:t>
    </dgm:pt>
    <dgm:pt modelId="{3FABC144-3D3E-404A-B334-7C18C16A1547}" type="parTrans" cxnId="{71FE35E2-7266-45AB-ADED-A5EF521EF7F3}">
      <dgm:prSet/>
      <dgm:spPr/>
      <dgm:t>
        <a:bodyPr/>
        <a:lstStyle/>
        <a:p>
          <a:endParaRPr lang="en-US"/>
        </a:p>
      </dgm:t>
    </dgm:pt>
    <dgm:pt modelId="{9EAC8861-829A-44F3-AFC6-1AD429202263}" type="sibTrans" cxnId="{71FE35E2-7266-45AB-ADED-A5EF521EF7F3}">
      <dgm:prSet/>
      <dgm:spPr/>
      <dgm:t>
        <a:bodyPr/>
        <a:lstStyle/>
        <a:p>
          <a:endParaRPr lang="en-US"/>
        </a:p>
      </dgm:t>
    </dgm:pt>
    <dgm:pt modelId="{C1FBD2D5-1CC0-4D5E-9E8C-63853E5B3D9D}">
      <dgm:prSet/>
      <dgm:spPr/>
      <dgm:t>
        <a:bodyPr/>
        <a:lstStyle/>
        <a:p>
          <a:pPr>
            <a:defRPr cap="all"/>
          </a:pPr>
          <a:r>
            <a:rPr lang="en-US"/>
            <a:t>2. Continuous Testing</a:t>
          </a:r>
        </a:p>
      </dgm:t>
    </dgm:pt>
    <dgm:pt modelId="{31FFD42F-D9CB-4241-9AF7-667900FBCF17}" type="parTrans" cxnId="{9F9D12B2-C41B-48D0-BDA3-A27947CD40F9}">
      <dgm:prSet/>
      <dgm:spPr/>
      <dgm:t>
        <a:bodyPr/>
        <a:lstStyle/>
        <a:p>
          <a:endParaRPr lang="en-US"/>
        </a:p>
      </dgm:t>
    </dgm:pt>
    <dgm:pt modelId="{4B2AABBD-6548-4D12-9092-2108C18701A5}" type="sibTrans" cxnId="{9F9D12B2-C41B-48D0-BDA3-A27947CD40F9}">
      <dgm:prSet/>
      <dgm:spPr/>
      <dgm:t>
        <a:bodyPr/>
        <a:lstStyle/>
        <a:p>
          <a:endParaRPr lang="en-US"/>
        </a:p>
      </dgm:t>
    </dgm:pt>
    <dgm:pt modelId="{23C92231-8303-4DDA-9D67-EAFD95D61C74}">
      <dgm:prSet/>
      <dgm:spPr/>
      <dgm:t>
        <a:bodyPr/>
        <a:lstStyle/>
        <a:p>
          <a:pPr>
            <a:defRPr cap="all"/>
          </a:pPr>
          <a:r>
            <a:rPr lang="en-US"/>
            <a:t>3. Continuous Integration</a:t>
          </a:r>
        </a:p>
      </dgm:t>
    </dgm:pt>
    <dgm:pt modelId="{7742B981-7CCD-4B1C-BAD0-731EA09309C3}" type="parTrans" cxnId="{DFFA004C-7392-4C8E-A5DE-84178E8BFA47}">
      <dgm:prSet/>
      <dgm:spPr/>
      <dgm:t>
        <a:bodyPr/>
        <a:lstStyle/>
        <a:p>
          <a:endParaRPr lang="en-US"/>
        </a:p>
      </dgm:t>
    </dgm:pt>
    <dgm:pt modelId="{EC2F972C-BADF-4E33-9DD9-DB2D709CF3CD}" type="sibTrans" cxnId="{DFFA004C-7392-4C8E-A5DE-84178E8BFA47}">
      <dgm:prSet/>
      <dgm:spPr/>
      <dgm:t>
        <a:bodyPr/>
        <a:lstStyle/>
        <a:p>
          <a:endParaRPr lang="en-US"/>
        </a:p>
      </dgm:t>
    </dgm:pt>
    <dgm:pt modelId="{5B0F7122-1F23-48E5-B9B2-3C3EC026B83B}">
      <dgm:prSet/>
      <dgm:spPr/>
      <dgm:t>
        <a:bodyPr/>
        <a:lstStyle/>
        <a:p>
          <a:pPr>
            <a:defRPr cap="all"/>
          </a:pPr>
          <a:r>
            <a:rPr lang="en-US"/>
            <a:t>4. Continuous Deployment</a:t>
          </a:r>
        </a:p>
      </dgm:t>
    </dgm:pt>
    <dgm:pt modelId="{5D95926C-7770-47DB-93EF-615E5AD3A6E3}" type="parTrans" cxnId="{37742DA9-6C47-49E4-A685-73A54302CA6F}">
      <dgm:prSet/>
      <dgm:spPr/>
      <dgm:t>
        <a:bodyPr/>
        <a:lstStyle/>
        <a:p>
          <a:endParaRPr lang="en-US"/>
        </a:p>
      </dgm:t>
    </dgm:pt>
    <dgm:pt modelId="{12C0520F-0C94-4BE1-948A-71177E7A6853}" type="sibTrans" cxnId="{37742DA9-6C47-49E4-A685-73A54302CA6F}">
      <dgm:prSet/>
      <dgm:spPr/>
      <dgm:t>
        <a:bodyPr/>
        <a:lstStyle/>
        <a:p>
          <a:endParaRPr lang="en-US"/>
        </a:p>
      </dgm:t>
    </dgm:pt>
    <dgm:pt modelId="{449D5AC3-A0F2-433F-ABF7-FB7B72C3CFFA}">
      <dgm:prSet/>
      <dgm:spPr/>
      <dgm:t>
        <a:bodyPr/>
        <a:lstStyle/>
        <a:p>
          <a:pPr>
            <a:defRPr cap="all"/>
          </a:pPr>
          <a:r>
            <a:rPr lang="en-US"/>
            <a:t>5. Collaboration</a:t>
          </a:r>
        </a:p>
      </dgm:t>
    </dgm:pt>
    <dgm:pt modelId="{988ABF1B-B61A-4549-BCB1-A794C57F5F2E}" type="parTrans" cxnId="{76094111-27F6-4872-B371-7AB1C3ABE435}">
      <dgm:prSet/>
      <dgm:spPr/>
      <dgm:t>
        <a:bodyPr/>
        <a:lstStyle/>
        <a:p>
          <a:endParaRPr lang="en-US"/>
        </a:p>
      </dgm:t>
    </dgm:pt>
    <dgm:pt modelId="{9049BA6B-45EE-41E5-9984-C82A389F297C}" type="sibTrans" cxnId="{76094111-27F6-4872-B371-7AB1C3ABE435}">
      <dgm:prSet/>
      <dgm:spPr/>
      <dgm:t>
        <a:bodyPr/>
        <a:lstStyle/>
        <a:p>
          <a:endParaRPr lang="en-US"/>
        </a:p>
      </dgm:t>
    </dgm:pt>
    <dgm:pt modelId="{D362CD4D-F04C-435A-BBB1-F6A58450A4A7}">
      <dgm:prSet/>
      <dgm:spPr/>
      <dgm:t>
        <a:bodyPr/>
        <a:lstStyle/>
        <a:p>
          <a:pPr>
            <a:defRPr cap="all"/>
          </a:pPr>
          <a:r>
            <a:rPr lang="en-US" dirty="0"/>
            <a:t>Months, Weeks Days, Hours, Minutes</a:t>
          </a:r>
        </a:p>
      </dgm:t>
    </dgm:pt>
    <dgm:pt modelId="{7FBA488D-A609-49C0-9953-0EF732BDC1B4}" type="parTrans" cxnId="{06FBCA48-4C2E-40C4-8E2C-3F881C5C5E36}">
      <dgm:prSet/>
      <dgm:spPr/>
      <dgm:t>
        <a:bodyPr/>
        <a:lstStyle/>
        <a:p>
          <a:endParaRPr lang="en-US"/>
        </a:p>
      </dgm:t>
    </dgm:pt>
    <dgm:pt modelId="{3B762FAE-1B87-4CC1-BFC6-63F4E783F4D1}" type="sibTrans" cxnId="{06FBCA48-4C2E-40C4-8E2C-3F881C5C5E36}">
      <dgm:prSet/>
      <dgm:spPr/>
      <dgm:t>
        <a:bodyPr/>
        <a:lstStyle/>
        <a:p>
          <a:endParaRPr lang="en-US"/>
        </a:p>
      </dgm:t>
    </dgm:pt>
    <dgm:pt modelId="{26BDAA07-10AE-41AD-992A-520ABA508C72}" type="pres">
      <dgm:prSet presAssocID="{9413C4A7-4089-4FE4-BA84-74021C18AADA}" presName="root" presStyleCnt="0">
        <dgm:presLayoutVars>
          <dgm:dir/>
          <dgm:resizeHandles val="exact"/>
        </dgm:presLayoutVars>
      </dgm:prSet>
      <dgm:spPr/>
    </dgm:pt>
    <dgm:pt modelId="{27238864-409F-4EAF-AD6E-C1BEDB8E2326}" type="pres">
      <dgm:prSet presAssocID="{8D0B2821-BA85-4FA3-8F46-40A35D925DA0}" presName="compNode" presStyleCnt="0"/>
      <dgm:spPr/>
    </dgm:pt>
    <dgm:pt modelId="{D5278F63-6028-472B-9E64-3E4E4BFEA4CF}" type="pres">
      <dgm:prSet presAssocID="{8D0B2821-BA85-4FA3-8F46-40A35D925DA0}" presName="iconBgRect" presStyleLbl="bgShp" presStyleIdx="0" presStyleCnt="6"/>
      <dgm:spPr/>
    </dgm:pt>
    <dgm:pt modelId="{227ECB70-C23C-4502-9967-D6146635B69B}" type="pres">
      <dgm:prSet presAssocID="{8D0B2821-BA85-4FA3-8F46-40A35D925DA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B252843-7605-48D4-8864-262C4EBFD559}" type="pres">
      <dgm:prSet presAssocID="{8D0B2821-BA85-4FA3-8F46-40A35D925DA0}" presName="spaceRect" presStyleCnt="0"/>
      <dgm:spPr/>
    </dgm:pt>
    <dgm:pt modelId="{B4608437-9704-4DA3-AB2E-71CCD77AD145}" type="pres">
      <dgm:prSet presAssocID="{8D0B2821-BA85-4FA3-8F46-40A35D925DA0}" presName="textRect" presStyleLbl="revTx" presStyleIdx="0" presStyleCnt="6">
        <dgm:presLayoutVars>
          <dgm:chMax val="1"/>
          <dgm:chPref val="1"/>
        </dgm:presLayoutVars>
      </dgm:prSet>
      <dgm:spPr/>
    </dgm:pt>
    <dgm:pt modelId="{1B8E45BF-F6EF-4350-8475-8C1EC8A5AC8C}" type="pres">
      <dgm:prSet presAssocID="{9EAC8861-829A-44F3-AFC6-1AD429202263}" presName="sibTrans" presStyleCnt="0"/>
      <dgm:spPr/>
    </dgm:pt>
    <dgm:pt modelId="{4B1B5535-FF3B-423C-B81E-80FBD7D66B3D}" type="pres">
      <dgm:prSet presAssocID="{C1FBD2D5-1CC0-4D5E-9E8C-63853E5B3D9D}" presName="compNode" presStyleCnt="0"/>
      <dgm:spPr/>
    </dgm:pt>
    <dgm:pt modelId="{7C462639-07B6-4FCA-A66E-7DF9E499081C}" type="pres">
      <dgm:prSet presAssocID="{C1FBD2D5-1CC0-4D5E-9E8C-63853E5B3D9D}" presName="iconBgRect" presStyleLbl="bgShp" presStyleIdx="1" presStyleCnt="6"/>
      <dgm:spPr/>
    </dgm:pt>
    <dgm:pt modelId="{29C29291-4C06-4DC9-974E-DA21FE0AC638}" type="pres">
      <dgm:prSet presAssocID="{C1FBD2D5-1CC0-4D5E-9E8C-63853E5B3D9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93E648CF-913E-4757-BBD7-DE16D17B0309}" type="pres">
      <dgm:prSet presAssocID="{C1FBD2D5-1CC0-4D5E-9E8C-63853E5B3D9D}" presName="spaceRect" presStyleCnt="0"/>
      <dgm:spPr/>
    </dgm:pt>
    <dgm:pt modelId="{AFF3D4B2-1DA8-4CDD-BCF1-7F5B7EA16DAD}" type="pres">
      <dgm:prSet presAssocID="{C1FBD2D5-1CC0-4D5E-9E8C-63853E5B3D9D}" presName="textRect" presStyleLbl="revTx" presStyleIdx="1" presStyleCnt="6">
        <dgm:presLayoutVars>
          <dgm:chMax val="1"/>
          <dgm:chPref val="1"/>
        </dgm:presLayoutVars>
      </dgm:prSet>
      <dgm:spPr/>
    </dgm:pt>
    <dgm:pt modelId="{21E7BFED-E7B9-43CE-87B9-A8BBAC0D6F1F}" type="pres">
      <dgm:prSet presAssocID="{4B2AABBD-6548-4D12-9092-2108C18701A5}" presName="sibTrans" presStyleCnt="0"/>
      <dgm:spPr/>
    </dgm:pt>
    <dgm:pt modelId="{553C4948-54F3-4FBF-BA83-98B250D43BFB}" type="pres">
      <dgm:prSet presAssocID="{23C92231-8303-4DDA-9D67-EAFD95D61C74}" presName="compNode" presStyleCnt="0"/>
      <dgm:spPr/>
    </dgm:pt>
    <dgm:pt modelId="{75668C8A-72AE-445C-96CC-A4D1B9396A02}" type="pres">
      <dgm:prSet presAssocID="{23C92231-8303-4DDA-9D67-EAFD95D61C74}" presName="iconBgRect" presStyleLbl="bgShp" presStyleIdx="2" presStyleCnt="6"/>
      <dgm:spPr/>
    </dgm:pt>
    <dgm:pt modelId="{FECBA22E-1C24-4977-818B-B29B6015EE34}" type="pres">
      <dgm:prSet presAssocID="{23C92231-8303-4DDA-9D67-EAFD95D61C74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1A6CADAD-F9D6-406C-B017-0122D251D189}" type="pres">
      <dgm:prSet presAssocID="{23C92231-8303-4DDA-9D67-EAFD95D61C74}" presName="spaceRect" presStyleCnt="0"/>
      <dgm:spPr/>
    </dgm:pt>
    <dgm:pt modelId="{E1FEFD0D-6C41-46F0-9F7E-2FAEA681ACDE}" type="pres">
      <dgm:prSet presAssocID="{23C92231-8303-4DDA-9D67-EAFD95D61C74}" presName="textRect" presStyleLbl="revTx" presStyleIdx="2" presStyleCnt="6">
        <dgm:presLayoutVars>
          <dgm:chMax val="1"/>
          <dgm:chPref val="1"/>
        </dgm:presLayoutVars>
      </dgm:prSet>
      <dgm:spPr/>
    </dgm:pt>
    <dgm:pt modelId="{AD2F7246-DECF-4F1D-AE04-5DAB705E8707}" type="pres">
      <dgm:prSet presAssocID="{EC2F972C-BADF-4E33-9DD9-DB2D709CF3CD}" presName="sibTrans" presStyleCnt="0"/>
      <dgm:spPr/>
    </dgm:pt>
    <dgm:pt modelId="{72B1BDB0-142C-4967-9F67-703F14879C1A}" type="pres">
      <dgm:prSet presAssocID="{5B0F7122-1F23-48E5-B9B2-3C3EC026B83B}" presName="compNode" presStyleCnt="0"/>
      <dgm:spPr/>
    </dgm:pt>
    <dgm:pt modelId="{D85DF2A7-9C9E-4CBC-A6AB-3F52AE80631B}" type="pres">
      <dgm:prSet presAssocID="{5B0F7122-1F23-48E5-B9B2-3C3EC026B83B}" presName="iconBgRect" presStyleLbl="bgShp" presStyleIdx="3" presStyleCnt="6"/>
      <dgm:spPr/>
    </dgm:pt>
    <dgm:pt modelId="{94FEEC07-5B5A-495A-B480-5C0CB5E66C03}" type="pres">
      <dgm:prSet presAssocID="{5B0F7122-1F23-48E5-B9B2-3C3EC026B83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D82BA21-5F9F-4A79-9CEE-709FB8F72A2D}" type="pres">
      <dgm:prSet presAssocID="{5B0F7122-1F23-48E5-B9B2-3C3EC026B83B}" presName="spaceRect" presStyleCnt="0"/>
      <dgm:spPr/>
    </dgm:pt>
    <dgm:pt modelId="{666F2CC8-D891-4B6C-9D1F-48ACDB3A9F1E}" type="pres">
      <dgm:prSet presAssocID="{5B0F7122-1F23-48E5-B9B2-3C3EC026B83B}" presName="textRect" presStyleLbl="revTx" presStyleIdx="3" presStyleCnt="6">
        <dgm:presLayoutVars>
          <dgm:chMax val="1"/>
          <dgm:chPref val="1"/>
        </dgm:presLayoutVars>
      </dgm:prSet>
      <dgm:spPr/>
    </dgm:pt>
    <dgm:pt modelId="{D999E556-0339-4596-B834-F4B4C89C3DC9}" type="pres">
      <dgm:prSet presAssocID="{12C0520F-0C94-4BE1-948A-71177E7A6853}" presName="sibTrans" presStyleCnt="0"/>
      <dgm:spPr/>
    </dgm:pt>
    <dgm:pt modelId="{815A8294-0219-45EE-9EA1-3D7D28E82D85}" type="pres">
      <dgm:prSet presAssocID="{449D5AC3-A0F2-433F-ABF7-FB7B72C3CFFA}" presName="compNode" presStyleCnt="0"/>
      <dgm:spPr/>
    </dgm:pt>
    <dgm:pt modelId="{93B61E46-9F39-4CDF-96F6-87A864DE433F}" type="pres">
      <dgm:prSet presAssocID="{449D5AC3-A0F2-433F-ABF7-FB7B72C3CFFA}" presName="iconBgRect" presStyleLbl="bgShp" presStyleIdx="4" presStyleCnt="6"/>
      <dgm:spPr/>
    </dgm:pt>
    <dgm:pt modelId="{37ABC2C7-E27E-4F0C-9614-25677915A017}" type="pres">
      <dgm:prSet presAssocID="{449D5AC3-A0F2-433F-ABF7-FB7B72C3CFF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5447FDD-C0FC-4AF5-8A3C-54A59D94B4CA}" type="pres">
      <dgm:prSet presAssocID="{449D5AC3-A0F2-433F-ABF7-FB7B72C3CFFA}" presName="spaceRect" presStyleCnt="0"/>
      <dgm:spPr/>
    </dgm:pt>
    <dgm:pt modelId="{32BEFC9F-B520-4E9D-ADED-EB3D46F87ADE}" type="pres">
      <dgm:prSet presAssocID="{449D5AC3-A0F2-433F-ABF7-FB7B72C3CFFA}" presName="textRect" presStyleLbl="revTx" presStyleIdx="4" presStyleCnt="6">
        <dgm:presLayoutVars>
          <dgm:chMax val="1"/>
          <dgm:chPref val="1"/>
        </dgm:presLayoutVars>
      </dgm:prSet>
      <dgm:spPr/>
    </dgm:pt>
    <dgm:pt modelId="{E8597081-4A9F-4162-863D-67A58AA18512}" type="pres">
      <dgm:prSet presAssocID="{9049BA6B-45EE-41E5-9984-C82A389F297C}" presName="sibTrans" presStyleCnt="0"/>
      <dgm:spPr/>
    </dgm:pt>
    <dgm:pt modelId="{452EF324-7404-49D5-8744-221459C3C1D1}" type="pres">
      <dgm:prSet presAssocID="{D362CD4D-F04C-435A-BBB1-F6A58450A4A7}" presName="compNode" presStyleCnt="0"/>
      <dgm:spPr/>
    </dgm:pt>
    <dgm:pt modelId="{C6F81B7C-8844-45A2-9B9E-3C3EE9150B6B}" type="pres">
      <dgm:prSet presAssocID="{D362CD4D-F04C-435A-BBB1-F6A58450A4A7}" presName="iconBgRect" presStyleLbl="bgShp" presStyleIdx="5" presStyleCnt="6"/>
      <dgm:spPr/>
    </dgm:pt>
    <dgm:pt modelId="{106DB3E2-8DBF-48A4-BE33-F3D4D1FB92AA}" type="pres">
      <dgm:prSet presAssocID="{D362CD4D-F04C-435A-BBB1-F6A58450A4A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E98C760-64EB-425F-A4B1-AD98D89EB003}" type="pres">
      <dgm:prSet presAssocID="{D362CD4D-F04C-435A-BBB1-F6A58450A4A7}" presName="spaceRect" presStyleCnt="0"/>
      <dgm:spPr/>
    </dgm:pt>
    <dgm:pt modelId="{5293CC3D-42F8-466B-81C4-35878DFF286E}" type="pres">
      <dgm:prSet presAssocID="{D362CD4D-F04C-435A-BBB1-F6A58450A4A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6094111-27F6-4872-B371-7AB1C3ABE435}" srcId="{9413C4A7-4089-4FE4-BA84-74021C18AADA}" destId="{449D5AC3-A0F2-433F-ABF7-FB7B72C3CFFA}" srcOrd="4" destOrd="0" parTransId="{988ABF1B-B61A-4549-BCB1-A794C57F5F2E}" sibTransId="{9049BA6B-45EE-41E5-9984-C82A389F297C}"/>
    <dgm:cxn modelId="{25FBC866-7157-4987-AF9C-5C8B1D5D153A}" type="presOf" srcId="{23C92231-8303-4DDA-9D67-EAFD95D61C74}" destId="{E1FEFD0D-6C41-46F0-9F7E-2FAEA681ACDE}" srcOrd="0" destOrd="0" presId="urn:microsoft.com/office/officeart/2018/5/layout/IconCircleLabelList"/>
    <dgm:cxn modelId="{06FBCA48-4C2E-40C4-8E2C-3F881C5C5E36}" srcId="{9413C4A7-4089-4FE4-BA84-74021C18AADA}" destId="{D362CD4D-F04C-435A-BBB1-F6A58450A4A7}" srcOrd="5" destOrd="0" parTransId="{7FBA488D-A609-49C0-9953-0EF732BDC1B4}" sibTransId="{3B762FAE-1B87-4CC1-BFC6-63F4E783F4D1}"/>
    <dgm:cxn modelId="{DFFA004C-7392-4C8E-A5DE-84178E8BFA47}" srcId="{9413C4A7-4089-4FE4-BA84-74021C18AADA}" destId="{23C92231-8303-4DDA-9D67-EAFD95D61C74}" srcOrd="2" destOrd="0" parTransId="{7742B981-7CCD-4B1C-BAD0-731EA09309C3}" sibTransId="{EC2F972C-BADF-4E33-9DD9-DB2D709CF3CD}"/>
    <dgm:cxn modelId="{B20D186C-3ADA-4C5C-98F8-2E8AEC714EB4}" type="presOf" srcId="{5B0F7122-1F23-48E5-B9B2-3C3EC026B83B}" destId="{666F2CC8-D891-4B6C-9D1F-48ACDB3A9F1E}" srcOrd="0" destOrd="0" presId="urn:microsoft.com/office/officeart/2018/5/layout/IconCircleLabelList"/>
    <dgm:cxn modelId="{37742DA9-6C47-49E4-A685-73A54302CA6F}" srcId="{9413C4A7-4089-4FE4-BA84-74021C18AADA}" destId="{5B0F7122-1F23-48E5-B9B2-3C3EC026B83B}" srcOrd="3" destOrd="0" parTransId="{5D95926C-7770-47DB-93EF-615E5AD3A6E3}" sibTransId="{12C0520F-0C94-4BE1-948A-71177E7A6853}"/>
    <dgm:cxn modelId="{9F9D12B2-C41B-48D0-BDA3-A27947CD40F9}" srcId="{9413C4A7-4089-4FE4-BA84-74021C18AADA}" destId="{C1FBD2D5-1CC0-4D5E-9E8C-63853E5B3D9D}" srcOrd="1" destOrd="0" parTransId="{31FFD42F-D9CB-4241-9AF7-667900FBCF17}" sibTransId="{4B2AABBD-6548-4D12-9092-2108C18701A5}"/>
    <dgm:cxn modelId="{0BBD76CA-185B-4244-B27D-2BF607525722}" type="presOf" srcId="{C1FBD2D5-1CC0-4D5E-9E8C-63853E5B3D9D}" destId="{AFF3D4B2-1DA8-4CDD-BCF1-7F5B7EA16DAD}" srcOrd="0" destOrd="0" presId="urn:microsoft.com/office/officeart/2018/5/layout/IconCircleLabelList"/>
    <dgm:cxn modelId="{133402CE-C333-4800-8DC7-10144F124D56}" type="presOf" srcId="{8D0B2821-BA85-4FA3-8F46-40A35D925DA0}" destId="{B4608437-9704-4DA3-AB2E-71CCD77AD145}" srcOrd="0" destOrd="0" presId="urn:microsoft.com/office/officeart/2018/5/layout/IconCircleLabelList"/>
    <dgm:cxn modelId="{71FE35E2-7266-45AB-ADED-A5EF521EF7F3}" srcId="{9413C4A7-4089-4FE4-BA84-74021C18AADA}" destId="{8D0B2821-BA85-4FA3-8F46-40A35D925DA0}" srcOrd="0" destOrd="0" parTransId="{3FABC144-3D3E-404A-B334-7C18C16A1547}" sibTransId="{9EAC8861-829A-44F3-AFC6-1AD429202263}"/>
    <dgm:cxn modelId="{1FBBF6EC-7A07-4EBA-99E0-F3C2DBA67A43}" type="presOf" srcId="{9413C4A7-4089-4FE4-BA84-74021C18AADA}" destId="{26BDAA07-10AE-41AD-992A-520ABA508C72}" srcOrd="0" destOrd="0" presId="urn:microsoft.com/office/officeart/2018/5/layout/IconCircleLabelList"/>
    <dgm:cxn modelId="{519109F2-2C80-48F0-8169-3352F527723F}" type="presOf" srcId="{D362CD4D-F04C-435A-BBB1-F6A58450A4A7}" destId="{5293CC3D-42F8-466B-81C4-35878DFF286E}" srcOrd="0" destOrd="0" presId="urn:microsoft.com/office/officeart/2018/5/layout/IconCircleLabelList"/>
    <dgm:cxn modelId="{485E93FA-81E4-4F35-84A9-97B1E09FD4FE}" type="presOf" srcId="{449D5AC3-A0F2-433F-ABF7-FB7B72C3CFFA}" destId="{32BEFC9F-B520-4E9D-ADED-EB3D46F87ADE}" srcOrd="0" destOrd="0" presId="urn:microsoft.com/office/officeart/2018/5/layout/IconCircleLabelList"/>
    <dgm:cxn modelId="{FD103908-F9D3-417C-89D9-236D52043F7A}" type="presParOf" srcId="{26BDAA07-10AE-41AD-992A-520ABA508C72}" destId="{27238864-409F-4EAF-AD6E-C1BEDB8E2326}" srcOrd="0" destOrd="0" presId="urn:microsoft.com/office/officeart/2018/5/layout/IconCircleLabelList"/>
    <dgm:cxn modelId="{FDC26AC4-34F8-4BC3-9192-4F92944B45EF}" type="presParOf" srcId="{27238864-409F-4EAF-AD6E-C1BEDB8E2326}" destId="{D5278F63-6028-472B-9E64-3E4E4BFEA4CF}" srcOrd="0" destOrd="0" presId="urn:microsoft.com/office/officeart/2018/5/layout/IconCircleLabelList"/>
    <dgm:cxn modelId="{E71DD076-53F8-4763-BCD0-95A6DF744141}" type="presParOf" srcId="{27238864-409F-4EAF-AD6E-C1BEDB8E2326}" destId="{227ECB70-C23C-4502-9967-D6146635B69B}" srcOrd="1" destOrd="0" presId="urn:microsoft.com/office/officeart/2018/5/layout/IconCircleLabelList"/>
    <dgm:cxn modelId="{42557902-0641-48F2-91E1-E036DB19855E}" type="presParOf" srcId="{27238864-409F-4EAF-AD6E-C1BEDB8E2326}" destId="{CB252843-7605-48D4-8864-262C4EBFD559}" srcOrd="2" destOrd="0" presId="urn:microsoft.com/office/officeart/2018/5/layout/IconCircleLabelList"/>
    <dgm:cxn modelId="{F34FB548-0153-449A-8958-F3297E2E59D6}" type="presParOf" srcId="{27238864-409F-4EAF-AD6E-C1BEDB8E2326}" destId="{B4608437-9704-4DA3-AB2E-71CCD77AD145}" srcOrd="3" destOrd="0" presId="urn:microsoft.com/office/officeart/2018/5/layout/IconCircleLabelList"/>
    <dgm:cxn modelId="{56C1438C-6D9C-4DB9-A1D5-06FE7730423C}" type="presParOf" srcId="{26BDAA07-10AE-41AD-992A-520ABA508C72}" destId="{1B8E45BF-F6EF-4350-8475-8C1EC8A5AC8C}" srcOrd="1" destOrd="0" presId="urn:microsoft.com/office/officeart/2018/5/layout/IconCircleLabelList"/>
    <dgm:cxn modelId="{EC0226F5-480A-41C9-84AD-BBBFF2B6A15D}" type="presParOf" srcId="{26BDAA07-10AE-41AD-992A-520ABA508C72}" destId="{4B1B5535-FF3B-423C-B81E-80FBD7D66B3D}" srcOrd="2" destOrd="0" presId="urn:microsoft.com/office/officeart/2018/5/layout/IconCircleLabelList"/>
    <dgm:cxn modelId="{C547CACD-ECA3-4040-8075-B6A31993B05F}" type="presParOf" srcId="{4B1B5535-FF3B-423C-B81E-80FBD7D66B3D}" destId="{7C462639-07B6-4FCA-A66E-7DF9E499081C}" srcOrd="0" destOrd="0" presId="urn:microsoft.com/office/officeart/2018/5/layout/IconCircleLabelList"/>
    <dgm:cxn modelId="{AA8F29C6-37FB-4155-9B0D-43E0B6527042}" type="presParOf" srcId="{4B1B5535-FF3B-423C-B81E-80FBD7D66B3D}" destId="{29C29291-4C06-4DC9-974E-DA21FE0AC638}" srcOrd="1" destOrd="0" presId="urn:microsoft.com/office/officeart/2018/5/layout/IconCircleLabelList"/>
    <dgm:cxn modelId="{82990630-8D66-4E3E-A1E9-1CF1CE4766E7}" type="presParOf" srcId="{4B1B5535-FF3B-423C-B81E-80FBD7D66B3D}" destId="{93E648CF-913E-4757-BBD7-DE16D17B0309}" srcOrd="2" destOrd="0" presId="urn:microsoft.com/office/officeart/2018/5/layout/IconCircleLabelList"/>
    <dgm:cxn modelId="{D7753626-A5E5-44D7-9AEB-CD4DA3D0FF4E}" type="presParOf" srcId="{4B1B5535-FF3B-423C-B81E-80FBD7D66B3D}" destId="{AFF3D4B2-1DA8-4CDD-BCF1-7F5B7EA16DAD}" srcOrd="3" destOrd="0" presId="urn:microsoft.com/office/officeart/2018/5/layout/IconCircleLabelList"/>
    <dgm:cxn modelId="{AB2CBEDF-F8E7-45F3-B881-0A8362844FFB}" type="presParOf" srcId="{26BDAA07-10AE-41AD-992A-520ABA508C72}" destId="{21E7BFED-E7B9-43CE-87B9-A8BBAC0D6F1F}" srcOrd="3" destOrd="0" presId="urn:microsoft.com/office/officeart/2018/5/layout/IconCircleLabelList"/>
    <dgm:cxn modelId="{E8C3DF1B-6F05-4E76-B8FE-FD8A0BC27DD2}" type="presParOf" srcId="{26BDAA07-10AE-41AD-992A-520ABA508C72}" destId="{553C4948-54F3-4FBF-BA83-98B250D43BFB}" srcOrd="4" destOrd="0" presId="urn:microsoft.com/office/officeart/2018/5/layout/IconCircleLabelList"/>
    <dgm:cxn modelId="{2D2F3973-0173-4810-8C08-38F7B34DDF9C}" type="presParOf" srcId="{553C4948-54F3-4FBF-BA83-98B250D43BFB}" destId="{75668C8A-72AE-445C-96CC-A4D1B9396A02}" srcOrd="0" destOrd="0" presId="urn:microsoft.com/office/officeart/2018/5/layout/IconCircleLabelList"/>
    <dgm:cxn modelId="{E09EC2E4-E819-46AA-811C-A2C7703CE8C7}" type="presParOf" srcId="{553C4948-54F3-4FBF-BA83-98B250D43BFB}" destId="{FECBA22E-1C24-4977-818B-B29B6015EE34}" srcOrd="1" destOrd="0" presId="urn:microsoft.com/office/officeart/2018/5/layout/IconCircleLabelList"/>
    <dgm:cxn modelId="{CD36A59A-827D-4745-BE6B-2F624725CD5C}" type="presParOf" srcId="{553C4948-54F3-4FBF-BA83-98B250D43BFB}" destId="{1A6CADAD-F9D6-406C-B017-0122D251D189}" srcOrd="2" destOrd="0" presId="urn:microsoft.com/office/officeart/2018/5/layout/IconCircleLabelList"/>
    <dgm:cxn modelId="{F1E4B8D1-F046-4F10-80C4-C565A9BF2D9C}" type="presParOf" srcId="{553C4948-54F3-4FBF-BA83-98B250D43BFB}" destId="{E1FEFD0D-6C41-46F0-9F7E-2FAEA681ACDE}" srcOrd="3" destOrd="0" presId="urn:microsoft.com/office/officeart/2018/5/layout/IconCircleLabelList"/>
    <dgm:cxn modelId="{14EFEA08-81F3-48FE-BA60-8FCBFD29850C}" type="presParOf" srcId="{26BDAA07-10AE-41AD-992A-520ABA508C72}" destId="{AD2F7246-DECF-4F1D-AE04-5DAB705E8707}" srcOrd="5" destOrd="0" presId="urn:microsoft.com/office/officeart/2018/5/layout/IconCircleLabelList"/>
    <dgm:cxn modelId="{B2B8B385-30AA-471F-8265-3A6FE4743752}" type="presParOf" srcId="{26BDAA07-10AE-41AD-992A-520ABA508C72}" destId="{72B1BDB0-142C-4967-9F67-703F14879C1A}" srcOrd="6" destOrd="0" presId="urn:microsoft.com/office/officeart/2018/5/layout/IconCircleLabelList"/>
    <dgm:cxn modelId="{0BFE028B-DF83-4AA3-A15E-976EE9587306}" type="presParOf" srcId="{72B1BDB0-142C-4967-9F67-703F14879C1A}" destId="{D85DF2A7-9C9E-4CBC-A6AB-3F52AE80631B}" srcOrd="0" destOrd="0" presId="urn:microsoft.com/office/officeart/2018/5/layout/IconCircleLabelList"/>
    <dgm:cxn modelId="{5377C0DC-F8B5-4B19-A834-44A0D31602EB}" type="presParOf" srcId="{72B1BDB0-142C-4967-9F67-703F14879C1A}" destId="{94FEEC07-5B5A-495A-B480-5C0CB5E66C03}" srcOrd="1" destOrd="0" presId="urn:microsoft.com/office/officeart/2018/5/layout/IconCircleLabelList"/>
    <dgm:cxn modelId="{94DACCF3-54B7-4EDB-8EC3-9A472E982506}" type="presParOf" srcId="{72B1BDB0-142C-4967-9F67-703F14879C1A}" destId="{1D82BA21-5F9F-4A79-9CEE-709FB8F72A2D}" srcOrd="2" destOrd="0" presId="urn:microsoft.com/office/officeart/2018/5/layout/IconCircleLabelList"/>
    <dgm:cxn modelId="{71F6B87E-90FF-4D9D-A876-AFE00C88796F}" type="presParOf" srcId="{72B1BDB0-142C-4967-9F67-703F14879C1A}" destId="{666F2CC8-D891-4B6C-9D1F-48ACDB3A9F1E}" srcOrd="3" destOrd="0" presId="urn:microsoft.com/office/officeart/2018/5/layout/IconCircleLabelList"/>
    <dgm:cxn modelId="{C4AAF2D5-EAB1-497C-82CE-3A33F026C912}" type="presParOf" srcId="{26BDAA07-10AE-41AD-992A-520ABA508C72}" destId="{D999E556-0339-4596-B834-F4B4C89C3DC9}" srcOrd="7" destOrd="0" presId="urn:microsoft.com/office/officeart/2018/5/layout/IconCircleLabelList"/>
    <dgm:cxn modelId="{3C737C93-7FE3-4F22-A33A-201DBF9DB0F1}" type="presParOf" srcId="{26BDAA07-10AE-41AD-992A-520ABA508C72}" destId="{815A8294-0219-45EE-9EA1-3D7D28E82D85}" srcOrd="8" destOrd="0" presId="urn:microsoft.com/office/officeart/2018/5/layout/IconCircleLabelList"/>
    <dgm:cxn modelId="{EF7F83C5-7F1B-42B0-8B41-2676E67AEA34}" type="presParOf" srcId="{815A8294-0219-45EE-9EA1-3D7D28E82D85}" destId="{93B61E46-9F39-4CDF-96F6-87A864DE433F}" srcOrd="0" destOrd="0" presId="urn:microsoft.com/office/officeart/2018/5/layout/IconCircleLabelList"/>
    <dgm:cxn modelId="{7DBEB4DD-0038-4521-93B0-D4E1210A637C}" type="presParOf" srcId="{815A8294-0219-45EE-9EA1-3D7D28E82D85}" destId="{37ABC2C7-E27E-4F0C-9614-25677915A017}" srcOrd="1" destOrd="0" presId="urn:microsoft.com/office/officeart/2018/5/layout/IconCircleLabelList"/>
    <dgm:cxn modelId="{07BF85AE-3573-413D-AECB-FA0C6625DB76}" type="presParOf" srcId="{815A8294-0219-45EE-9EA1-3D7D28E82D85}" destId="{25447FDD-C0FC-4AF5-8A3C-54A59D94B4CA}" srcOrd="2" destOrd="0" presId="urn:microsoft.com/office/officeart/2018/5/layout/IconCircleLabelList"/>
    <dgm:cxn modelId="{51AD9E4A-553F-4B1F-808D-704D6B2A2E5F}" type="presParOf" srcId="{815A8294-0219-45EE-9EA1-3D7D28E82D85}" destId="{32BEFC9F-B520-4E9D-ADED-EB3D46F87ADE}" srcOrd="3" destOrd="0" presId="urn:microsoft.com/office/officeart/2018/5/layout/IconCircleLabelList"/>
    <dgm:cxn modelId="{F598FA96-5253-4DE8-94AE-664E8E9CBFF5}" type="presParOf" srcId="{26BDAA07-10AE-41AD-992A-520ABA508C72}" destId="{E8597081-4A9F-4162-863D-67A58AA18512}" srcOrd="9" destOrd="0" presId="urn:microsoft.com/office/officeart/2018/5/layout/IconCircleLabelList"/>
    <dgm:cxn modelId="{CC76E65F-7F45-479D-A18F-462CBCCD977D}" type="presParOf" srcId="{26BDAA07-10AE-41AD-992A-520ABA508C72}" destId="{452EF324-7404-49D5-8744-221459C3C1D1}" srcOrd="10" destOrd="0" presId="urn:microsoft.com/office/officeart/2018/5/layout/IconCircleLabelList"/>
    <dgm:cxn modelId="{EC95560B-0AC5-4F02-8E72-4869927733E6}" type="presParOf" srcId="{452EF324-7404-49D5-8744-221459C3C1D1}" destId="{C6F81B7C-8844-45A2-9B9E-3C3EE9150B6B}" srcOrd="0" destOrd="0" presId="urn:microsoft.com/office/officeart/2018/5/layout/IconCircleLabelList"/>
    <dgm:cxn modelId="{EAE0F036-69FC-4D57-9653-3193CD90CF7B}" type="presParOf" srcId="{452EF324-7404-49D5-8744-221459C3C1D1}" destId="{106DB3E2-8DBF-48A4-BE33-F3D4D1FB92AA}" srcOrd="1" destOrd="0" presId="urn:microsoft.com/office/officeart/2018/5/layout/IconCircleLabelList"/>
    <dgm:cxn modelId="{1551A4F9-B12C-4C22-A279-ADFE32B08F2A}" type="presParOf" srcId="{452EF324-7404-49D5-8744-221459C3C1D1}" destId="{BE98C760-64EB-425F-A4B1-AD98D89EB003}" srcOrd="2" destOrd="0" presId="urn:microsoft.com/office/officeart/2018/5/layout/IconCircleLabelList"/>
    <dgm:cxn modelId="{E62DBA1A-9389-4982-82B8-5509289C77DF}" type="presParOf" srcId="{452EF324-7404-49D5-8744-221459C3C1D1}" destId="{5293CC3D-42F8-466B-81C4-35878DFF28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A390F-DCB9-4107-A22C-932C86215547}">
      <dsp:nvSpPr>
        <dsp:cNvPr id="0" name=""/>
        <dsp:cNvSpPr/>
      </dsp:nvSpPr>
      <dsp:spPr>
        <a:xfrm>
          <a:off x="458572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93E60-1F65-494F-A00D-69CF659A9CB4}">
      <dsp:nvSpPr>
        <dsp:cNvPr id="0" name=""/>
        <dsp:cNvSpPr/>
      </dsp:nvSpPr>
      <dsp:spPr>
        <a:xfrm>
          <a:off x="634986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8A28-9F51-44A5-A760-A087049BF769}">
      <dsp:nvSpPr>
        <dsp:cNvPr id="0" name=""/>
        <dsp:cNvSpPr/>
      </dsp:nvSpPr>
      <dsp:spPr>
        <a:xfrm>
          <a:off x="193951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Customer Request</a:t>
          </a:r>
        </a:p>
      </dsp:txBody>
      <dsp:txXfrm>
        <a:off x="193951" y="1086990"/>
        <a:ext cx="1357031" cy="542812"/>
      </dsp:txXfrm>
    </dsp:sp>
    <dsp:sp modelId="{5F095D47-0B6C-4FCD-91AE-DEDCE8241A3D}">
      <dsp:nvSpPr>
        <dsp:cNvPr id="0" name=""/>
        <dsp:cNvSpPr/>
      </dsp:nvSpPr>
      <dsp:spPr>
        <a:xfrm>
          <a:off x="2053084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AEF0F-1A3C-4E4C-B759-C109CDDEDCE4}">
      <dsp:nvSpPr>
        <dsp:cNvPr id="0" name=""/>
        <dsp:cNvSpPr/>
      </dsp:nvSpPr>
      <dsp:spPr>
        <a:xfrm>
          <a:off x="2229498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EAE47-27AB-48DD-A4B2-E2CC85323D5C}">
      <dsp:nvSpPr>
        <dsp:cNvPr id="0" name=""/>
        <dsp:cNvSpPr/>
      </dsp:nvSpPr>
      <dsp:spPr>
        <a:xfrm>
          <a:off x="1788463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Planning</a:t>
          </a:r>
        </a:p>
      </dsp:txBody>
      <dsp:txXfrm>
        <a:off x="1788463" y="1086990"/>
        <a:ext cx="1357031" cy="542812"/>
      </dsp:txXfrm>
    </dsp:sp>
    <dsp:sp modelId="{797B1F4D-0691-42FB-8988-5888D92A0DEC}">
      <dsp:nvSpPr>
        <dsp:cNvPr id="0" name=""/>
        <dsp:cNvSpPr/>
      </dsp:nvSpPr>
      <dsp:spPr>
        <a:xfrm>
          <a:off x="3647595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F1149-0412-4CD8-8727-836DD8387B74}">
      <dsp:nvSpPr>
        <dsp:cNvPr id="0" name=""/>
        <dsp:cNvSpPr/>
      </dsp:nvSpPr>
      <dsp:spPr>
        <a:xfrm>
          <a:off x="3824010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1E605-8BB0-4E30-9351-D40B6DF176A4}">
      <dsp:nvSpPr>
        <dsp:cNvPr id="0" name=""/>
        <dsp:cNvSpPr/>
      </dsp:nvSpPr>
      <dsp:spPr>
        <a:xfrm>
          <a:off x="3382974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Development</a:t>
          </a:r>
        </a:p>
      </dsp:txBody>
      <dsp:txXfrm>
        <a:off x="3382974" y="1086990"/>
        <a:ext cx="1357031" cy="542812"/>
      </dsp:txXfrm>
    </dsp:sp>
    <dsp:sp modelId="{3B002A4D-5C9A-46C7-9114-0312FBDB4772}">
      <dsp:nvSpPr>
        <dsp:cNvPr id="0" name=""/>
        <dsp:cNvSpPr/>
      </dsp:nvSpPr>
      <dsp:spPr>
        <a:xfrm>
          <a:off x="5242107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95695-5D12-4E6B-95D9-B34B9EB18F1E}">
      <dsp:nvSpPr>
        <dsp:cNvPr id="0" name=""/>
        <dsp:cNvSpPr/>
      </dsp:nvSpPr>
      <dsp:spPr>
        <a:xfrm>
          <a:off x="5418521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60FC6-C24B-4E32-B7C0-6C232378B5C7}">
      <dsp:nvSpPr>
        <dsp:cNvPr id="0" name=""/>
        <dsp:cNvSpPr/>
      </dsp:nvSpPr>
      <dsp:spPr>
        <a:xfrm>
          <a:off x="4977486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Testing</a:t>
          </a:r>
        </a:p>
      </dsp:txBody>
      <dsp:txXfrm>
        <a:off x="4977486" y="1086990"/>
        <a:ext cx="1357031" cy="542812"/>
      </dsp:txXfrm>
    </dsp:sp>
    <dsp:sp modelId="{4D281674-FA2B-4BA6-AC72-21EAAF3B27AF}">
      <dsp:nvSpPr>
        <dsp:cNvPr id="0" name=""/>
        <dsp:cNvSpPr/>
      </dsp:nvSpPr>
      <dsp:spPr>
        <a:xfrm>
          <a:off x="6836619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C0C2B-8549-4E8E-8613-501C053D9B61}">
      <dsp:nvSpPr>
        <dsp:cNvPr id="0" name=""/>
        <dsp:cNvSpPr/>
      </dsp:nvSpPr>
      <dsp:spPr>
        <a:xfrm>
          <a:off x="7013033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61033-BAF4-4FD5-8B58-6A2FE987C8B7}">
      <dsp:nvSpPr>
        <dsp:cNvPr id="0" name=""/>
        <dsp:cNvSpPr/>
      </dsp:nvSpPr>
      <dsp:spPr>
        <a:xfrm>
          <a:off x="6571998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Approval</a:t>
          </a:r>
        </a:p>
      </dsp:txBody>
      <dsp:txXfrm>
        <a:off x="6571998" y="1086990"/>
        <a:ext cx="1357031" cy="542812"/>
      </dsp:txXfrm>
    </dsp:sp>
    <dsp:sp modelId="{54058331-E45B-4CD6-B362-BEFD439A640D}">
      <dsp:nvSpPr>
        <dsp:cNvPr id="0" name=""/>
        <dsp:cNvSpPr/>
      </dsp:nvSpPr>
      <dsp:spPr>
        <a:xfrm>
          <a:off x="2850340" y="1969060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1586F-E05D-4D76-A51B-C88913459F3B}">
      <dsp:nvSpPr>
        <dsp:cNvPr id="0" name=""/>
        <dsp:cNvSpPr/>
      </dsp:nvSpPr>
      <dsp:spPr>
        <a:xfrm>
          <a:off x="3026754" y="2145474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6D474-1C37-404D-A469-9E8942A4D77D}">
      <dsp:nvSpPr>
        <dsp:cNvPr id="0" name=""/>
        <dsp:cNvSpPr/>
      </dsp:nvSpPr>
      <dsp:spPr>
        <a:xfrm>
          <a:off x="2585719" y="305468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Deployment</a:t>
          </a:r>
        </a:p>
      </dsp:txBody>
      <dsp:txXfrm>
        <a:off x="2585719" y="3054685"/>
        <a:ext cx="1357031" cy="542812"/>
      </dsp:txXfrm>
    </dsp:sp>
    <dsp:sp modelId="{0925E96C-F3CC-46E6-BFB7-5573127524CD}">
      <dsp:nvSpPr>
        <dsp:cNvPr id="0" name=""/>
        <dsp:cNvSpPr/>
      </dsp:nvSpPr>
      <dsp:spPr>
        <a:xfrm>
          <a:off x="4444851" y="1969060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E5D21-1150-42F1-9D9B-E1AE0A5C947C}">
      <dsp:nvSpPr>
        <dsp:cNvPr id="0" name=""/>
        <dsp:cNvSpPr/>
      </dsp:nvSpPr>
      <dsp:spPr>
        <a:xfrm>
          <a:off x="4621265" y="2145474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A6CE2-FD74-4924-B515-D31D04ADFE1C}">
      <dsp:nvSpPr>
        <dsp:cNvPr id="0" name=""/>
        <dsp:cNvSpPr/>
      </dsp:nvSpPr>
      <dsp:spPr>
        <a:xfrm>
          <a:off x="4180230" y="305468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Customer Value</a:t>
          </a:r>
        </a:p>
      </dsp:txBody>
      <dsp:txXfrm>
        <a:off x="4180230" y="3054685"/>
        <a:ext cx="1357031" cy="54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6CA14-BDA0-4A35-A094-67A95CACB24B}">
      <dsp:nvSpPr>
        <dsp:cNvPr id="0" name=""/>
        <dsp:cNvSpPr/>
      </dsp:nvSpPr>
      <dsp:spPr>
        <a:xfrm>
          <a:off x="1207" y="348115"/>
          <a:ext cx="1306757" cy="13067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A797F-BF26-424C-B883-3E01EFE4D3A3}">
      <dsp:nvSpPr>
        <dsp:cNvPr id="0" name=""/>
        <dsp:cNvSpPr/>
      </dsp:nvSpPr>
      <dsp:spPr>
        <a:xfrm>
          <a:off x="1207" y="1779686"/>
          <a:ext cx="3733593" cy="560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Business Problems:</a:t>
          </a:r>
        </a:p>
      </dsp:txBody>
      <dsp:txXfrm>
        <a:off x="1207" y="1779686"/>
        <a:ext cx="3733593" cy="560039"/>
      </dsp:txXfrm>
    </dsp:sp>
    <dsp:sp modelId="{2C969180-7399-4C32-9830-FF804536CAD1}">
      <dsp:nvSpPr>
        <dsp:cNvPr id="0" name=""/>
        <dsp:cNvSpPr/>
      </dsp:nvSpPr>
      <dsp:spPr>
        <a:xfrm>
          <a:off x="1207" y="2397777"/>
          <a:ext cx="3733593" cy="852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Slower customer improvements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Delayed revenue opportunities</a:t>
          </a:r>
        </a:p>
      </dsp:txBody>
      <dsp:txXfrm>
        <a:off x="1207" y="2397777"/>
        <a:ext cx="3733593" cy="852969"/>
      </dsp:txXfrm>
    </dsp:sp>
    <dsp:sp modelId="{74FFABB1-24C8-42D4-902C-8E0760E503D3}">
      <dsp:nvSpPr>
        <dsp:cNvPr id="0" name=""/>
        <dsp:cNvSpPr/>
      </dsp:nvSpPr>
      <dsp:spPr>
        <a:xfrm>
          <a:off x="4388179" y="348115"/>
          <a:ext cx="1306757" cy="13067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65FCC-637F-428A-8BA4-685B5AB05C84}">
      <dsp:nvSpPr>
        <dsp:cNvPr id="0" name=""/>
        <dsp:cNvSpPr/>
      </dsp:nvSpPr>
      <dsp:spPr>
        <a:xfrm>
          <a:off x="4388179" y="1779686"/>
          <a:ext cx="3733593" cy="560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Technical Problems:</a:t>
          </a:r>
        </a:p>
      </dsp:txBody>
      <dsp:txXfrm>
        <a:off x="4388179" y="1779686"/>
        <a:ext cx="3733593" cy="560039"/>
      </dsp:txXfrm>
    </dsp:sp>
    <dsp:sp modelId="{564922AB-2596-402E-A4EB-5EA09CC17A58}">
      <dsp:nvSpPr>
        <dsp:cNvPr id="0" name=""/>
        <dsp:cNvSpPr/>
      </dsp:nvSpPr>
      <dsp:spPr>
        <a:xfrm>
          <a:off x="4388179" y="2397777"/>
          <a:ext cx="3733593" cy="852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Larger deployments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bugs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Increased deployment failures</a:t>
          </a:r>
        </a:p>
      </dsp:txBody>
      <dsp:txXfrm>
        <a:off x="4388179" y="2397777"/>
        <a:ext cx="3733593" cy="852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78F63-6028-472B-9E64-3E4E4BFEA4CF}">
      <dsp:nvSpPr>
        <dsp:cNvPr id="0" name=""/>
        <dsp:cNvSpPr/>
      </dsp:nvSpPr>
      <dsp:spPr>
        <a:xfrm>
          <a:off x="458572" y="1365"/>
          <a:ext cx="827789" cy="8277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ECB70-C23C-4502-9967-D6146635B69B}">
      <dsp:nvSpPr>
        <dsp:cNvPr id="0" name=""/>
        <dsp:cNvSpPr/>
      </dsp:nvSpPr>
      <dsp:spPr>
        <a:xfrm>
          <a:off x="634986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08437-9704-4DA3-AB2E-71CCD77AD145}">
      <dsp:nvSpPr>
        <dsp:cNvPr id="0" name=""/>
        <dsp:cNvSpPr/>
      </dsp:nvSpPr>
      <dsp:spPr>
        <a:xfrm>
          <a:off x="193951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1. Automation</a:t>
          </a:r>
        </a:p>
      </dsp:txBody>
      <dsp:txXfrm>
        <a:off x="193951" y="1086990"/>
        <a:ext cx="1357031" cy="542812"/>
      </dsp:txXfrm>
    </dsp:sp>
    <dsp:sp modelId="{7C462639-07B6-4FCA-A66E-7DF9E499081C}">
      <dsp:nvSpPr>
        <dsp:cNvPr id="0" name=""/>
        <dsp:cNvSpPr/>
      </dsp:nvSpPr>
      <dsp:spPr>
        <a:xfrm>
          <a:off x="2053084" y="1365"/>
          <a:ext cx="827789" cy="8277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29291-4C06-4DC9-974E-DA21FE0AC638}">
      <dsp:nvSpPr>
        <dsp:cNvPr id="0" name=""/>
        <dsp:cNvSpPr/>
      </dsp:nvSpPr>
      <dsp:spPr>
        <a:xfrm>
          <a:off x="2229498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3D4B2-1DA8-4CDD-BCF1-7F5B7EA16DAD}">
      <dsp:nvSpPr>
        <dsp:cNvPr id="0" name=""/>
        <dsp:cNvSpPr/>
      </dsp:nvSpPr>
      <dsp:spPr>
        <a:xfrm>
          <a:off x="1788463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2. Continuous Testing</a:t>
          </a:r>
        </a:p>
      </dsp:txBody>
      <dsp:txXfrm>
        <a:off x="1788463" y="1086990"/>
        <a:ext cx="1357031" cy="542812"/>
      </dsp:txXfrm>
    </dsp:sp>
    <dsp:sp modelId="{75668C8A-72AE-445C-96CC-A4D1B9396A02}">
      <dsp:nvSpPr>
        <dsp:cNvPr id="0" name=""/>
        <dsp:cNvSpPr/>
      </dsp:nvSpPr>
      <dsp:spPr>
        <a:xfrm>
          <a:off x="3647595" y="1365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BA22E-1C24-4977-818B-B29B6015EE34}">
      <dsp:nvSpPr>
        <dsp:cNvPr id="0" name=""/>
        <dsp:cNvSpPr/>
      </dsp:nvSpPr>
      <dsp:spPr>
        <a:xfrm>
          <a:off x="3824010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EFD0D-6C41-46F0-9F7E-2FAEA681ACDE}">
      <dsp:nvSpPr>
        <dsp:cNvPr id="0" name=""/>
        <dsp:cNvSpPr/>
      </dsp:nvSpPr>
      <dsp:spPr>
        <a:xfrm>
          <a:off x="3382974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3. Continuous Integration</a:t>
          </a:r>
        </a:p>
      </dsp:txBody>
      <dsp:txXfrm>
        <a:off x="3382974" y="1086990"/>
        <a:ext cx="1357031" cy="542812"/>
      </dsp:txXfrm>
    </dsp:sp>
    <dsp:sp modelId="{D85DF2A7-9C9E-4CBC-A6AB-3F52AE80631B}">
      <dsp:nvSpPr>
        <dsp:cNvPr id="0" name=""/>
        <dsp:cNvSpPr/>
      </dsp:nvSpPr>
      <dsp:spPr>
        <a:xfrm>
          <a:off x="5242107" y="1365"/>
          <a:ext cx="827789" cy="8277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EEC07-5B5A-495A-B480-5C0CB5E66C03}">
      <dsp:nvSpPr>
        <dsp:cNvPr id="0" name=""/>
        <dsp:cNvSpPr/>
      </dsp:nvSpPr>
      <dsp:spPr>
        <a:xfrm>
          <a:off x="5418521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F2CC8-D891-4B6C-9D1F-48ACDB3A9F1E}">
      <dsp:nvSpPr>
        <dsp:cNvPr id="0" name=""/>
        <dsp:cNvSpPr/>
      </dsp:nvSpPr>
      <dsp:spPr>
        <a:xfrm>
          <a:off x="4977486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4. Continuous Deployment</a:t>
          </a:r>
        </a:p>
      </dsp:txBody>
      <dsp:txXfrm>
        <a:off x="4977486" y="1086990"/>
        <a:ext cx="1357031" cy="542812"/>
      </dsp:txXfrm>
    </dsp:sp>
    <dsp:sp modelId="{93B61E46-9F39-4CDF-96F6-87A864DE433F}">
      <dsp:nvSpPr>
        <dsp:cNvPr id="0" name=""/>
        <dsp:cNvSpPr/>
      </dsp:nvSpPr>
      <dsp:spPr>
        <a:xfrm>
          <a:off x="6836619" y="1365"/>
          <a:ext cx="827789" cy="82778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BC2C7-E27E-4F0C-9614-25677915A017}">
      <dsp:nvSpPr>
        <dsp:cNvPr id="0" name=""/>
        <dsp:cNvSpPr/>
      </dsp:nvSpPr>
      <dsp:spPr>
        <a:xfrm>
          <a:off x="7013033" y="177779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EFC9F-B520-4E9D-ADED-EB3D46F87ADE}">
      <dsp:nvSpPr>
        <dsp:cNvPr id="0" name=""/>
        <dsp:cNvSpPr/>
      </dsp:nvSpPr>
      <dsp:spPr>
        <a:xfrm>
          <a:off x="6571998" y="108699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5. Collaboration</a:t>
          </a:r>
        </a:p>
      </dsp:txBody>
      <dsp:txXfrm>
        <a:off x="6571998" y="1086990"/>
        <a:ext cx="1357031" cy="542812"/>
      </dsp:txXfrm>
    </dsp:sp>
    <dsp:sp modelId="{C6F81B7C-8844-45A2-9B9E-3C3EE9150B6B}">
      <dsp:nvSpPr>
        <dsp:cNvPr id="0" name=""/>
        <dsp:cNvSpPr/>
      </dsp:nvSpPr>
      <dsp:spPr>
        <a:xfrm>
          <a:off x="3647595" y="1969060"/>
          <a:ext cx="827789" cy="8277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DB3E2-8DBF-48A4-BE33-F3D4D1FB92AA}">
      <dsp:nvSpPr>
        <dsp:cNvPr id="0" name=""/>
        <dsp:cNvSpPr/>
      </dsp:nvSpPr>
      <dsp:spPr>
        <a:xfrm>
          <a:off x="3824010" y="2145474"/>
          <a:ext cx="474960" cy="4749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3CC3D-42F8-466B-81C4-35878DFF286E}">
      <dsp:nvSpPr>
        <dsp:cNvPr id="0" name=""/>
        <dsp:cNvSpPr/>
      </dsp:nvSpPr>
      <dsp:spPr>
        <a:xfrm>
          <a:off x="3382974" y="305468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Months, Weeks Days, Hours, Minutes</a:t>
          </a:r>
        </a:p>
      </dsp:txBody>
      <dsp:txXfrm>
        <a:off x="3382974" y="3054685"/>
        <a:ext cx="1357031" cy="54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8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7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7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9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8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8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8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1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9156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92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23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1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86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3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065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bees.com/blog/value-stream-management-how-measure-devops-performance-faster-software-delivery" TargetMode="External"/><Relationship Id="rId2" Type="http://schemas.openxmlformats.org/officeDocument/2006/relationships/hyperlink" Target="https://humanitec.com/blog/lead-time-a-key-metric-in-devop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azure/devops/report/dashboards/cycle-time-and-lead-time" TargetMode="External"/><Relationship Id="rId4" Type="http://schemas.openxmlformats.org/officeDocument/2006/relationships/hyperlink" Target="https://about.gitlab.com/the-source/platform/optimize-value-stream-efficiency-to-do-more-with-less-fas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Technology Value 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 Lead Time, Processing Time, and DevOps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106B9FE-7E5A-4047-B5D3-C3C24BD3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0EBA20-0A64-45D5-B937-FE93DCA01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9224" y="0"/>
            <a:ext cx="25547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EAD5E5B-543A-4690-8C75-BACF7FFB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8739700-980C-4F96-84CD-97157DFE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59089"/>
            <a:ext cx="6830522" cy="32116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2A2FDCB-3B06-44F3-A0AA-2C056C3E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683052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596383" cy="10809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the Technology Value Stream?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5596383" cy="3142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sequence of activities required to deliver a technology product or service from a customer request to production deployment.</a:t>
            </a:r>
          </a:p>
          <a:p>
            <a:r>
              <a:rPr lang="en-US" sz="1600" dirty="0"/>
              <a:t>Planning requirements</a:t>
            </a:r>
          </a:p>
          <a:p>
            <a:r>
              <a:rPr lang="en-US" sz="1600" dirty="0"/>
              <a:t>Designing solutions</a:t>
            </a:r>
          </a:p>
          <a:p>
            <a:r>
              <a:rPr lang="en-US" sz="1600" dirty="0"/>
              <a:t>Developing code</a:t>
            </a:r>
          </a:p>
          <a:p>
            <a:r>
              <a:rPr lang="en-US" sz="1600" dirty="0"/>
              <a:t>Testing software</a:t>
            </a:r>
          </a:p>
          <a:p>
            <a:r>
              <a:rPr lang="en-US" sz="1600" dirty="0"/>
              <a:t>Deploying to production</a:t>
            </a:r>
          </a:p>
          <a:p>
            <a:r>
              <a:rPr lang="en-US" sz="1600" dirty="0"/>
              <a:t>Gathering customer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64DAFB-AD9A-4E52-B026-8641CCD6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8103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1C8FC-E1FE-470B-AB3B-D4B1D8C9D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321733"/>
            <a:ext cx="6942425" cy="845983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t>Lead Time vs. Processing 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ED1086-4FBF-41E3-B23D-0AF086E7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2846786"/>
            <a:ext cx="1202248" cy="144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00C04C-9973-40F3-8121-55AC6A472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1041"/>
            <a:ext cx="7452665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D6B57F6-C734-4FDA-9495-94E602DC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89448"/>
            <a:ext cx="7452665" cy="4381221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1960966"/>
            <a:ext cx="6450792" cy="3418626"/>
          </a:xfrm>
        </p:spPr>
        <p:txBody>
          <a:bodyPr anchor="t">
            <a:norm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Lead Time: Total elapsed time from request to delivery.</a:t>
            </a:r>
          </a:p>
          <a:p>
            <a:endParaRPr lang="en-US" sz="1700" dirty="0">
              <a:solidFill>
                <a:srgbClr val="FFFFFF"/>
              </a:solidFill>
            </a:endParaRPr>
          </a:p>
          <a:p>
            <a:r>
              <a:rPr lang="en-US" sz="1700" dirty="0">
                <a:solidFill>
                  <a:srgbClr val="FFFFFF"/>
                </a:solidFill>
              </a:rPr>
              <a:t>Processing Time: Actual time spent actively working on the request.</a:t>
            </a:r>
          </a:p>
          <a:p>
            <a:endParaRPr lang="en-US" sz="1700" dirty="0">
              <a:solidFill>
                <a:srgbClr val="FFFFFF"/>
              </a:solidFill>
            </a:endParaRPr>
          </a:p>
          <a:p>
            <a:r>
              <a:rPr lang="en-US" sz="1700" dirty="0">
                <a:solidFill>
                  <a:srgbClr val="FFFFFF"/>
                </a:solidFill>
              </a:rPr>
              <a:t>Example: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Processing Time = 4 hours</a:t>
            </a:r>
          </a:p>
          <a:p>
            <a:pPr lvl="1"/>
            <a:r>
              <a:rPr lang="en-US" sz="1700" dirty="0">
                <a:solidFill>
                  <a:srgbClr val="FFFFFF"/>
                </a:solidFill>
              </a:rPr>
              <a:t>Lead Time = 10 days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984CB-7FE4-4AD0-8CF7-11AD5573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1752" y="148944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Technology Value Stream Graphic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D40286-8BFF-8FCF-0C55-B80DC63B4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963426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Scenario: Deployment Lead Times Requiring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Causes:</a:t>
            </a:r>
          </a:p>
          <a:p>
            <a:r>
              <a:t>• Manual testing</a:t>
            </a:r>
          </a:p>
          <a:p>
            <a:r>
              <a:t>• Multiple approvals</a:t>
            </a:r>
          </a:p>
          <a:p>
            <a:r>
              <a:t>• Large batch releases</a:t>
            </a:r>
          </a:p>
          <a:p>
            <a:r>
              <a:t>• Team silos</a:t>
            </a:r>
          </a:p>
          <a:p>
            <a:r>
              <a:t>• Manual deployments</a:t>
            </a:r>
          </a:p>
          <a:p>
            <a:endParaRPr/>
          </a:p>
          <a:p>
            <a:r>
              <a:t>Effects:</a:t>
            </a:r>
          </a:p>
          <a:p>
            <a:r>
              <a:t>• Slow feedback</a:t>
            </a:r>
          </a:p>
          <a:p>
            <a:r>
              <a:t>• Higher costs</a:t>
            </a:r>
          </a:p>
          <a:p>
            <a:r>
              <a:t>• Delayed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Problems Created by Long Lead Times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5B363F-3410-CDB1-F7BC-092CE66DB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492653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Ideal: Deployment Lead Times of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Characteristics:</a:t>
            </a:r>
            <a:endParaRPr lang="en-US" dirty="0"/>
          </a:p>
          <a:p>
            <a:pPr lvl="1"/>
            <a:r>
              <a:rPr dirty="0"/>
              <a:t>Continuous Integration (CI)</a:t>
            </a:r>
            <a:endParaRPr lang="en-US" dirty="0"/>
          </a:p>
          <a:p>
            <a:pPr lvl="1"/>
            <a:r>
              <a:rPr dirty="0"/>
              <a:t>Continuous Delivery (CD)</a:t>
            </a:r>
            <a:endParaRPr lang="en-US" dirty="0"/>
          </a:p>
          <a:p>
            <a:pPr lvl="1"/>
            <a:r>
              <a:rPr dirty="0"/>
              <a:t>Automated testing</a:t>
            </a:r>
            <a:endParaRPr lang="en-US" dirty="0"/>
          </a:p>
          <a:p>
            <a:pPr lvl="1"/>
            <a:r>
              <a:rPr dirty="0"/>
              <a:t>Automated deployments</a:t>
            </a:r>
            <a:endParaRPr lang="en-US" dirty="0"/>
          </a:p>
          <a:p>
            <a:pPr lvl="1"/>
            <a:r>
              <a:rPr dirty="0"/>
              <a:t>Small, frequent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How DevOps Achieves Faster Delivery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A201CB-0B07-7EAC-3C24-75843F040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934156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Technology Value Stream delivers customer value.</a:t>
            </a:r>
            <a:endParaRPr lang="en-US" dirty="0"/>
          </a:p>
          <a:p>
            <a:r>
              <a:rPr dirty="0"/>
              <a:t>Lead Time measures total elapsed time.</a:t>
            </a:r>
            <a:endParaRPr lang="en-US" dirty="0"/>
          </a:p>
          <a:p>
            <a:r>
              <a:rPr dirty="0"/>
              <a:t>Processing Time measures active work.</a:t>
            </a:r>
            <a:endParaRPr lang="en-US" dirty="0"/>
          </a:p>
          <a:p>
            <a:r>
              <a:rPr dirty="0"/>
              <a:t>Traditional deployments may take months.</a:t>
            </a:r>
            <a:endParaRPr lang="en-US" dirty="0"/>
          </a:p>
          <a:p>
            <a:r>
              <a:rPr dirty="0"/>
              <a:t>DevOps aims for deployments in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Humanitec</a:t>
            </a:r>
            <a:r>
              <a:rPr lang="en-US" dirty="0"/>
              <a:t>. (2020, June 10). </a:t>
            </a:r>
            <a:r>
              <a:rPr lang="en-US" i="1" dirty="0"/>
              <a:t>Lead time – A key metric in DevOps</a:t>
            </a:r>
            <a:r>
              <a:rPr lang="en-US" dirty="0"/>
              <a:t>. </a:t>
            </a:r>
            <a:r>
              <a:rPr lang="en-US" dirty="0" err="1"/>
              <a:t>Humanitec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https://humanitec.com/blog/lead-time-a-key-metric-in-devops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CloudBees</a:t>
            </a:r>
            <a:r>
              <a:rPr lang="en-US" dirty="0"/>
              <a:t>. (n.d.). </a:t>
            </a:r>
            <a:r>
              <a:rPr lang="en-US" i="1" dirty="0"/>
              <a:t>Value stream management: How to measure DevOps performance and accelerate software delivery</a:t>
            </a:r>
            <a:r>
              <a:rPr lang="en-US" dirty="0"/>
              <a:t>. </a:t>
            </a:r>
            <a:r>
              <a:rPr lang="en-US" dirty="0" err="1"/>
              <a:t>CloudBees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https://www.cloudbees.com/blog/value-stream-management-how-measure-devops-performance-faster-software-delivery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GitLab. (n.d.). </a:t>
            </a:r>
            <a:r>
              <a:rPr lang="en-US" i="1" dirty="0"/>
              <a:t>Optimize value stream efficiency to do more with less, faster</a:t>
            </a:r>
            <a:r>
              <a:rPr lang="en-US" dirty="0"/>
              <a:t>. GitLab. </a:t>
            </a:r>
            <a:r>
              <a:rPr lang="en-US" dirty="0">
                <a:hlinkClick r:id="rId4"/>
              </a:rPr>
              <a:t>https://about.gitlab.com/the-source/platform/optimize-value-stream-efficiency-to-do-more-with-less-faster/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Microsoft. (n.d.). </a:t>
            </a:r>
            <a:r>
              <a:rPr lang="en-US" i="1" dirty="0"/>
              <a:t>Lead time and cycle time widgets</a:t>
            </a:r>
            <a:r>
              <a:rPr lang="en-US" dirty="0"/>
              <a:t>. Microsoft Learn. </a:t>
            </a:r>
            <a:r>
              <a:rPr lang="en-US" dirty="0">
                <a:hlinkClick r:id="rId5"/>
              </a:rPr>
              <a:t>https://learn.microsoft.com/en-us/azure/devops/report/dashboards/cycle-time-and-lead-time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</TotalTime>
  <Words>398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Berlin</vt:lpstr>
      <vt:lpstr>The Technology Value Stream</vt:lpstr>
      <vt:lpstr>What Is the Technology Value Stream?</vt:lpstr>
      <vt:lpstr>Lead Time vs. Processing Time</vt:lpstr>
      <vt:lpstr>Technology Value Stream Graphic</vt:lpstr>
      <vt:lpstr>Common Scenario: Deployment Lead Times Requiring Months</vt:lpstr>
      <vt:lpstr>Problems Created by Long Lead Times</vt:lpstr>
      <vt:lpstr>DevOps Ideal: Deployment Lead Times of Minutes</vt:lpstr>
      <vt:lpstr>How DevOps Achieves Faster Delivery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Nazir Knuckles</cp:lastModifiedBy>
  <cp:revision>2</cp:revision>
  <dcterms:created xsi:type="dcterms:W3CDTF">2013-01-27T09:14:16Z</dcterms:created>
  <dcterms:modified xsi:type="dcterms:W3CDTF">2026-06-14T14:59:58Z</dcterms:modified>
  <cp:category/>
</cp:coreProperties>
</file>